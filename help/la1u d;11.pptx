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9"/>
  </p:notesMasterIdLst>
  <p:sldIdLst>
    <p:sldId id="289" r:id="rId2"/>
    <p:sldId id="294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4" r:id="rId31"/>
    <p:sldId id="323" r:id="rId32"/>
    <p:sldId id="325" r:id="rId33"/>
    <p:sldId id="326" r:id="rId34"/>
    <p:sldId id="481" r:id="rId35"/>
    <p:sldId id="327" r:id="rId36"/>
    <p:sldId id="328" r:id="rId37"/>
    <p:sldId id="330" r:id="rId38"/>
    <p:sldId id="331" r:id="rId39"/>
    <p:sldId id="332" r:id="rId40"/>
    <p:sldId id="333" r:id="rId41"/>
    <p:sldId id="334" r:id="rId42"/>
    <p:sldId id="335" r:id="rId43"/>
    <p:sldId id="336" r:id="rId44"/>
    <p:sldId id="337" r:id="rId45"/>
    <p:sldId id="338" r:id="rId46"/>
    <p:sldId id="339" r:id="rId47"/>
    <p:sldId id="340" r:id="rId48"/>
    <p:sldId id="341" r:id="rId49"/>
    <p:sldId id="342" r:id="rId50"/>
    <p:sldId id="343" r:id="rId51"/>
    <p:sldId id="344" r:id="rId52"/>
    <p:sldId id="345" r:id="rId53"/>
    <p:sldId id="346" r:id="rId54"/>
    <p:sldId id="347" r:id="rId55"/>
    <p:sldId id="348" r:id="rId56"/>
    <p:sldId id="349" r:id="rId57"/>
    <p:sldId id="350" r:id="rId58"/>
    <p:sldId id="351" r:id="rId59"/>
    <p:sldId id="352" r:id="rId60"/>
    <p:sldId id="353" r:id="rId61"/>
    <p:sldId id="354" r:id="rId62"/>
    <p:sldId id="355" r:id="rId63"/>
    <p:sldId id="482" r:id="rId64"/>
    <p:sldId id="356" r:id="rId65"/>
    <p:sldId id="357" r:id="rId66"/>
    <p:sldId id="358" r:id="rId67"/>
    <p:sldId id="359" r:id="rId68"/>
    <p:sldId id="360" r:id="rId69"/>
    <p:sldId id="361" r:id="rId70"/>
    <p:sldId id="362" r:id="rId71"/>
    <p:sldId id="363" r:id="rId72"/>
    <p:sldId id="364" r:id="rId73"/>
    <p:sldId id="365" r:id="rId74"/>
    <p:sldId id="366" r:id="rId75"/>
    <p:sldId id="368" r:id="rId76"/>
    <p:sldId id="369" r:id="rId77"/>
    <p:sldId id="370" r:id="rId78"/>
    <p:sldId id="371" r:id="rId79"/>
    <p:sldId id="372" r:id="rId80"/>
    <p:sldId id="373" r:id="rId81"/>
    <p:sldId id="374" r:id="rId82"/>
    <p:sldId id="375" r:id="rId83"/>
    <p:sldId id="376" r:id="rId84"/>
    <p:sldId id="377" r:id="rId85"/>
    <p:sldId id="378" r:id="rId86"/>
    <p:sldId id="379" r:id="rId87"/>
    <p:sldId id="380" r:id="rId88"/>
    <p:sldId id="483" r:id="rId89"/>
    <p:sldId id="381" r:id="rId90"/>
    <p:sldId id="382" r:id="rId91"/>
    <p:sldId id="383" r:id="rId92"/>
    <p:sldId id="384" r:id="rId93"/>
    <p:sldId id="385" r:id="rId94"/>
    <p:sldId id="386" r:id="rId95"/>
    <p:sldId id="387" r:id="rId96"/>
    <p:sldId id="388" r:id="rId97"/>
    <p:sldId id="389" r:id="rId98"/>
    <p:sldId id="390" r:id="rId99"/>
    <p:sldId id="391" r:id="rId100"/>
    <p:sldId id="392" r:id="rId101"/>
    <p:sldId id="393" r:id="rId102"/>
    <p:sldId id="394" r:id="rId103"/>
    <p:sldId id="395" r:id="rId104"/>
    <p:sldId id="396" r:id="rId105"/>
    <p:sldId id="397" r:id="rId106"/>
    <p:sldId id="398" r:id="rId107"/>
    <p:sldId id="399" r:id="rId108"/>
    <p:sldId id="400" r:id="rId109"/>
    <p:sldId id="401" r:id="rId110"/>
    <p:sldId id="402" r:id="rId111"/>
    <p:sldId id="403" r:id="rId112"/>
    <p:sldId id="404" r:id="rId113"/>
    <p:sldId id="405" r:id="rId114"/>
    <p:sldId id="406" r:id="rId115"/>
    <p:sldId id="407" r:id="rId116"/>
    <p:sldId id="408" r:id="rId117"/>
    <p:sldId id="409" r:id="rId118"/>
    <p:sldId id="410" r:id="rId119"/>
    <p:sldId id="411" r:id="rId120"/>
    <p:sldId id="412" r:id="rId121"/>
    <p:sldId id="413" r:id="rId122"/>
    <p:sldId id="415" r:id="rId123"/>
    <p:sldId id="416" r:id="rId124"/>
    <p:sldId id="417" r:id="rId125"/>
    <p:sldId id="418" r:id="rId126"/>
    <p:sldId id="419" r:id="rId127"/>
    <p:sldId id="420" r:id="rId128"/>
    <p:sldId id="421" r:id="rId129"/>
    <p:sldId id="422" r:id="rId130"/>
    <p:sldId id="423" r:id="rId131"/>
    <p:sldId id="424" r:id="rId132"/>
    <p:sldId id="425" r:id="rId133"/>
    <p:sldId id="426" r:id="rId134"/>
    <p:sldId id="427" r:id="rId135"/>
    <p:sldId id="428" r:id="rId136"/>
    <p:sldId id="429" r:id="rId137"/>
    <p:sldId id="430" r:id="rId138"/>
    <p:sldId id="431" r:id="rId139"/>
    <p:sldId id="432" r:id="rId140"/>
    <p:sldId id="433" r:id="rId141"/>
    <p:sldId id="434" r:id="rId142"/>
    <p:sldId id="435" r:id="rId143"/>
    <p:sldId id="436" r:id="rId144"/>
    <p:sldId id="437" r:id="rId145"/>
    <p:sldId id="438" r:id="rId146"/>
    <p:sldId id="439" r:id="rId147"/>
    <p:sldId id="440" r:id="rId148"/>
    <p:sldId id="441" r:id="rId149"/>
    <p:sldId id="442" r:id="rId150"/>
    <p:sldId id="443" r:id="rId151"/>
    <p:sldId id="444" r:id="rId152"/>
    <p:sldId id="445" r:id="rId153"/>
    <p:sldId id="446" r:id="rId154"/>
    <p:sldId id="447" r:id="rId155"/>
    <p:sldId id="448" r:id="rId156"/>
    <p:sldId id="449" r:id="rId157"/>
    <p:sldId id="450" r:id="rId158"/>
    <p:sldId id="451" r:id="rId159"/>
    <p:sldId id="452" r:id="rId160"/>
    <p:sldId id="453" r:id="rId161"/>
    <p:sldId id="454" r:id="rId162"/>
    <p:sldId id="455" r:id="rId163"/>
    <p:sldId id="456" r:id="rId164"/>
    <p:sldId id="457" r:id="rId165"/>
    <p:sldId id="458" r:id="rId166"/>
    <p:sldId id="459" r:id="rId167"/>
    <p:sldId id="460" r:id="rId168"/>
    <p:sldId id="461" r:id="rId169"/>
    <p:sldId id="484" r:id="rId170"/>
    <p:sldId id="462" r:id="rId171"/>
    <p:sldId id="463" r:id="rId172"/>
    <p:sldId id="464" r:id="rId173"/>
    <p:sldId id="465" r:id="rId174"/>
    <p:sldId id="466" r:id="rId175"/>
    <p:sldId id="467" r:id="rId176"/>
    <p:sldId id="468" r:id="rId177"/>
    <p:sldId id="469" r:id="rId178"/>
    <p:sldId id="470" r:id="rId179"/>
    <p:sldId id="471" r:id="rId180"/>
    <p:sldId id="472" r:id="rId181"/>
    <p:sldId id="474" r:id="rId182"/>
    <p:sldId id="476" r:id="rId183"/>
    <p:sldId id="475" r:id="rId184"/>
    <p:sldId id="477" r:id="rId185"/>
    <p:sldId id="478" r:id="rId186"/>
    <p:sldId id="479" r:id="rId187"/>
    <p:sldId id="480" r:id="rId18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BC5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5" autoAdjust="0"/>
    <p:restoredTop sz="94660"/>
  </p:normalViewPr>
  <p:slideViewPr>
    <p:cSldViewPr showGuides="1">
      <p:cViewPr varScale="1">
        <p:scale>
          <a:sx n="91" d="100"/>
          <a:sy n="91" d="100"/>
        </p:scale>
        <p:origin x="981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tableStyles" Target="tableStyle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735E2-2350-46D3-A3BA-3278693BCC7E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C5A49-1997-478E-BDE8-9124069F9C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2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4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4" y="2759583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4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6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3" y="428606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1" y="6243635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1" y="6492880"/>
            <a:ext cx="1676384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5" y="6492878"/>
            <a:ext cx="264320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8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844824"/>
            <a:ext cx="7772400" cy="1470025"/>
          </a:xfrm>
        </p:spPr>
        <p:txBody>
          <a:bodyPr/>
          <a:lstStyle/>
          <a:p>
            <a:r>
              <a:rPr lang="zh-CN" altLang="en-US" dirty="0"/>
              <a:t>解书音形部首表展示</a:t>
            </a:r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8100392" y="1512161"/>
            <a:ext cx="972723" cy="4077072"/>
          </a:xfrm>
        </p:spPr>
        <p:txBody>
          <a:bodyPr vert="eaVert">
            <a:norm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乙巳年臘月廿四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0263" y="3161442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bu4b ub3d bc3q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3BAE8FA-4F14-AE14-C003-5CD5ABF66A6A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CB8C7-6622-88C6-14CF-E9F7D72B4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：丶一丨丿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乛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𠃌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乚𡿨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6D163A-B67F-EFC3-296F-545CFA0B22DA}"/>
              </a:ext>
            </a:extLst>
          </p:cNvPr>
          <p:cNvSpPr txBox="1"/>
          <p:nvPr/>
        </p:nvSpPr>
        <p:spPr>
          <a:xfrm>
            <a:off x="35496" y="1603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凡例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A1365E-3D79-91BF-9DFB-490838DFE7D3}"/>
              </a:ext>
            </a:extLst>
          </p:cNvPr>
          <p:cNvSpPr txBox="1"/>
          <p:nvPr/>
        </p:nvSpPr>
        <p:spPr>
          <a:xfrm>
            <a:off x="251520" y="748665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部首码</a:t>
            </a:r>
            <a:r>
              <a:rPr lang="en-US" altLang="zh-CN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&amp;</a:t>
            </a:r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对应的部首列表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DA86E6-EE18-C9FE-C3EA-3A0BE16EA4C1}"/>
              </a:ext>
            </a:extLst>
          </p:cNvPr>
          <p:cNvSpPr txBox="1"/>
          <p:nvPr/>
        </p:nvSpPr>
        <p:spPr>
          <a:xfrm>
            <a:off x="3158236" y="-6360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当前部首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221649-93E2-E064-63D6-BB29B586CB30}"/>
              </a:ext>
            </a:extLst>
          </p:cNvPr>
          <p:cNvSpPr txBox="1"/>
          <p:nvPr/>
        </p:nvSpPr>
        <p:spPr>
          <a:xfrm>
            <a:off x="4283968" y="7879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别码部首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79B0BB-BB16-201A-4C97-7042773C9695}"/>
              </a:ext>
            </a:extLst>
          </p:cNvPr>
          <p:cNvSpPr txBox="1"/>
          <p:nvPr/>
        </p:nvSpPr>
        <p:spPr>
          <a:xfrm>
            <a:off x="834981" y="122304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乙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1B1AB6-5E0D-C8A4-0FA5-AE4C7313EBB1}"/>
              </a:ext>
            </a:extLst>
          </p:cNvPr>
          <p:cNvSpPr txBox="1"/>
          <p:nvPr/>
        </p:nvSpPr>
        <p:spPr>
          <a:xfrm>
            <a:off x="1264274" y="3789040"/>
            <a:ext cx="89159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ay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5D6CE0-0EC3-7D06-7C4B-30F6B751554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AE09A7-65C7-A6C0-76D8-034C071962B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D4C255-0C6A-DDD6-BF1D-2D79696EEDE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5B736F-1964-2A17-1CAE-E7BE69964A3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42BFC4-9761-1C65-5BC5-E7F8F458455A}"/>
              </a:ext>
            </a:extLst>
          </p:cNvPr>
          <p:cNvSpPr txBox="1"/>
          <p:nvPr/>
        </p:nvSpPr>
        <p:spPr>
          <a:xfrm>
            <a:off x="3832112" y="21309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单笔画</a:t>
            </a:r>
            <a:r>
              <a:rPr lang="en-US" altLang="zh-CN" sz="2000" dirty="0">
                <a:latin typeface="+mn-ea"/>
              </a:rPr>
              <a:t>+yi3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0E94C0-4C98-5517-ADF1-125ABEC3F25C}"/>
              </a:ext>
            </a:extLst>
          </p:cNvPr>
          <p:cNvSpPr txBox="1"/>
          <p:nvPr/>
        </p:nvSpPr>
        <p:spPr>
          <a:xfrm>
            <a:off x="3856241" y="4050650"/>
            <a:ext cx="42883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仅可用于副码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/>
              <a:t>这几个单笔画用作副码时分别表示成</a:t>
            </a:r>
            <a:endParaRPr lang="en-US" altLang="zh-CN" sz="2000" dirty="0"/>
          </a:p>
          <a:p>
            <a:r>
              <a:rPr lang="en-US" altLang="zh-CN" sz="2000" dirty="0" err="1"/>
              <a:t>dhupygkwv</a:t>
            </a:r>
            <a:endParaRPr lang="zh-CN" altLang="en-US" sz="24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EA043BC-499F-0F35-5CEB-88D9687E9180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15C9AE9-975E-19AB-E799-FAF9EAC5ED45}"/>
              </a:ext>
            </a:extLst>
          </p:cNvPr>
          <p:cNvSpPr txBox="1"/>
          <p:nvPr/>
        </p:nvSpPr>
        <p:spPr>
          <a:xfrm>
            <a:off x="7668344" y="4941168"/>
            <a:ext cx="1324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得意黑" pitchFamily="2" charset="-122"/>
                <a:ea typeface="得意黑" pitchFamily="2" charset="-122"/>
              </a:rPr>
              <a:t>Here we go!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74686AB-B104-2C57-C667-34AD31D5C0F5}"/>
              </a:ext>
            </a:extLst>
          </p:cNvPr>
          <p:cNvSpPr txBox="1"/>
          <p:nvPr/>
        </p:nvSpPr>
        <p:spPr>
          <a:xfrm>
            <a:off x="4355976" y="1723346"/>
            <a:ext cx="1516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（音托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/</a:t>
            </a:r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A07A21-A106-D1AB-7281-E7848B29BF9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  <a:endParaRPr lang="zh-CN" altLang="en-US" sz="2000" dirty="0">
              <a:highlight>
                <a:srgbClr val="800000"/>
              </a:highlight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396715-3981-5122-E47A-B41F2B92113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8F1ADFD-E427-27ED-7F97-5E90087A535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𦨇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yi4v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752269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9" grpId="0"/>
      <p:bldP spid="20" grpId="0"/>
      <p:bldP spid="21" grpId="0"/>
      <p:bldP spid="22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867B9-70D7-07A6-F237-5D34B324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3375C-8D45-C54E-E3D3-AEB8A0A3E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E9B25C-B39D-85B4-BC8B-D4F69CC5D193}"/>
              </a:ext>
            </a:extLst>
          </p:cNvPr>
          <p:cNvSpPr txBox="1"/>
          <p:nvPr/>
        </p:nvSpPr>
        <p:spPr>
          <a:xfrm>
            <a:off x="732878" y="1469473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C6993-F4BA-D6DF-DC9B-7BB7D7C945F9}"/>
              </a:ext>
            </a:extLst>
          </p:cNvPr>
          <p:cNvSpPr txBox="1"/>
          <p:nvPr/>
        </p:nvSpPr>
        <p:spPr>
          <a:xfrm>
            <a:off x="1264274" y="3789040"/>
            <a:ext cx="9188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bk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12EA10-EB98-F397-FA51-C95502CAB41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4F07F3-5C52-36E8-BE45-28E66DF9BCB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79A89C-11DB-0AA1-7559-355B857F509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859A3B-BDB2-6CC7-F638-73DBA0C17C8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BCD2DC-7643-C2C0-7D50-B86850504DE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4D06E2D-0A39-5D7D-BFCF-24C37BF6635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EFCB11-43C8-5EC1-ADC3-C8AF8E51FFB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  <a:endParaRPr lang="zh-CN" altLang="en-US" sz="2000" dirty="0">
              <a:highlight>
                <a:srgbClr val="800000"/>
              </a:highlight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068279-F037-49F8-73C9-F4E64ACA5D7B}"/>
              </a:ext>
            </a:extLst>
          </p:cNvPr>
          <p:cNvSpPr txBox="1"/>
          <p:nvPr/>
        </p:nvSpPr>
        <p:spPr>
          <a:xfrm>
            <a:off x="3832112" y="2130985"/>
            <a:ext cx="21082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宝盖头→宝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无视“</a:t>
            </a:r>
            <a:r>
              <a:rPr lang="en-US" altLang="zh-CN" sz="2000" dirty="0">
                <a:latin typeface="+mn-ea"/>
              </a:rPr>
              <a:t>mian2</a:t>
            </a:r>
            <a:r>
              <a:rPr lang="zh-CN" altLang="en-US" sz="2000" dirty="0">
                <a:latin typeface="+mn-ea"/>
              </a:rPr>
              <a:t>”音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0865661-3BCD-0F3C-9087-C2CB5869B9A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1337A9-2C6A-7F72-D193-CE4338E6C04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室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endParaRPr lang="en-US" altLang="zh-CN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3641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5398-F58D-983B-E4F7-CEC1EA023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3A9D5-C455-937B-D959-9B667BC1E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疒白卜八匕癶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ECA85A-2960-89A1-78D2-00DD71AFD63A}"/>
              </a:ext>
            </a:extLst>
          </p:cNvPr>
          <p:cNvSpPr txBox="1"/>
          <p:nvPr/>
        </p:nvSpPr>
        <p:spPr>
          <a:xfrm>
            <a:off x="1258250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360A01-3A92-94D9-96E5-95C67996F4D3}"/>
              </a:ext>
            </a:extLst>
          </p:cNvPr>
          <p:cNvSpPr txBox="1"/>
          <p:nvPr/>
        </p:nvSpPr>
        <p:spPr>
          <a:xfrm>
            <a:off x="1264274" y="3789040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bu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58312C-F628-1C6E-CC04-9D803D0E0AF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C82C1D-1D2D-9D7F-8A30-245BAC62C4F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DE4AB7-B71C-3AAD-893C-D82BBFF7BF2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4B401A-08E7-5809-8F37-2F858554924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731D61-4CC7-B922-99FF-0266ABCBE7A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4BB3C81-7833-3BD5-1AA0-7D3243150002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BDD6965-2986-B741-E410-B3A2B7ADB70D}"/>
              </a:ext>
            </a:extLst>
          </p:cNvPr>
          <p:cNvSpPr txBox="1"/>
          <p:nvPr/>
        </p:nvSpPr>
        <p:spPr>
          <a:xfrm>
            <a:off x="3832112" y="2130985"/>
            <a:ext cx="18517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双耳刀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阜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邑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左右均此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音托自“部”</a:t>
            </a:r>
            <a:r>
              <a:rPr lang="en-US" altLang="zh-CN" sz="2000" dirty="0">
                <a:latin typeface="+mn-ea"/>
              </a:rPr>
              <a:t>b</a:t>
            </a:r>
            <a:endParaRPr lang="zh-CN" altLang="en-US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EA41AF-085F-B2AA-6714-D8CE27EEBE4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F6A832-8808-0EF9-562D-EB5AF7D3B1B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9D9AB0-116E-1DC3-2847-870D181DDA8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郑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vg4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578123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8CC5-C61B-261A-360D-C7ECA20C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BC18D-2D00-7CE0-C61B-5DAACCC00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疒白卜八匕癶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666038-719F-5989-D9D0-131464B5BA97}"/>
              </a:ext>
            </a:extLst>
          </p:cNvPr>
          <p:cNvSpPr txBox="1"/>
          <p:nvPr/>
        </p:nvSpPr>
        <p:spPr>
          <a:xfrm>
            <a:off x="1258250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833BA4-6561-8B9E-3DCF-A3766DD3494B}"/>
              </a:ext>
            </a:extLst>
          </p:cNvPr>
          <p:cNvSpPr txBox="1"/>
          <p:nvPr/>
        </p:nvSpPr>
        <p:spPr>
          <a:xfrm>
            <a:off x="1264274" y="3789040"/>
            <a:ext cx="78418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b;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85896C-38DC-FBAD-284B-DCFAD5FDCCD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802FFF-F6F7-FA0A-88E6-93C8ABA86EA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1372DA-C8B9-18F8-B525-C0DD162519B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0AC4A8-0BD7-CE84-467A-CC96AACD5EC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C58BBC-CFA2-BD87-1150-CC21197B379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D22784C-492F-0098-15EE-5768518CD96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C19DB2A-2B4B-CC72-4BB9-9942B94DF67E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2C2407-8A63-ED5A-C370-FF860B15435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D2219F-37A4-9356-7F52-DE80C8A87D9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5D51E7-EABB-5F6A-9A02-F86C6B08336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冲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is1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023756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3CB3-1827-AD89-EBCA-19833F2A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13821-220F-6050-F7D3-2364F9B7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疒白卜八匕癶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26A1D6-4DC3-D198-833C-17EBEBD6F91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F17F24-B15C-39BE-BAE8-282CEDA71E7A}"/>
              </a:ext>
            </a:extLst>
          </p:cNvPr>
          <p:cNvSpPr txBox="1"/>
          <p:nvPr/>
        </p:nvSpPr>
        <p:spPr>
          <a:xfrm>
            <a:off x="1264274" y="3789040"/>
            <a:ext cx="88197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bz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A7F65E-657B-80AD-3F6C-4CD365B6197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495016-C49D-BCA0-AD54-1FF418563B6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0B5955-683C-7276-1E22-BB61A3190A2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720EC0-2D9C-82F3-7AB5-856CBA39693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525F30-EAA0-9F52-BA30-EEDB43716C2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18D771B-B28B-E246-6BBE-E7AB6D5B9F3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A372A9A-0FEF-92DD-5032-4E8B7AB817A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85F47C-8AFC-80C9-EC3B-38E164B4D76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601774-689C-C95B-28AB-CBD9A277847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3A5F79-9BF6-4173-21A6-617FD922273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财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cl2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960848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329B-CEC5-F161-6373-FBCCD79F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B5A28B-2EC1-B827-6517-D3A340792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疒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72478F-B822-E1C5-F55B-6CA5008DE37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9EDF14-404D-11D5-3D60-569529E7A273}"/>
              </a:ext>
            </a:extLst>
          </p:cNvPr>
          <p:cNvSpPr txBox="1"/>
          <p:nvPr/>
        </p:nvSpPr>
        <p:spPr>
          <a:xfrm>
            <a:off x="1264274" y="3789040"/>
            <a:ext cx="9188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bg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772B06-3C06-49D2-1DC9-F65B11C8BA5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4E9114-6DD0-2901-CABA-777FB7D82BF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29E5B7-F120-ACE8-1A2E-93E5884C1CC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2CFA8B-3FC7-3EBA-606C-8F30EF45BD3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10326A-15BE-C71B-924D-DD4D1E24B40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AA6C29C-DE42-C656-ACDA-BC46FCF14D1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E39DF6A-7242-FD68-45BA-25909A220C88}"/>
              </a:ext>
            </a:extLst>
          </p:cNvPr>
          <p:cNvSpPr txBox="1"/>
          <p:nvPr/>
        </p:nvSpPr>
        <p:spPr>
          <a:xfrm>
            <a:off x="3832112" y="2130985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病，无视“</a:t>
            </a:r>
            <a:r>
              <a:rPr lang="en-US" altLang="zh-CN" sz="2000" dirty="0">
                <a:latin typeface="+mn-ea"/>
              </a:rPr>
              <a:t>ne4</a:t>
            </a:r>
            <a:r>
              <a:rPr lang="zh-CN" altLang="en-US" sz="2000" dirty="0">
                <a:latin typeface="+mn-ea"/>
              </a:rPr>
              <a:t>”音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AC2DCF-E07D-1B21-BB07-E448715A26F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CA6152-5370-B7C9-EF42-0EEC0F76E63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7CC030-F285-D936-1256-54829B68C6A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疾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672999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11105-D7A1-E084-F9E5-034F0868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F1850D-3534-23DD-1A6F-FFDE0B26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白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24FE31-D54F-C502-00D9-C2E4310F349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白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40EA18-8091-4B6A-FB23-2E9A66F0BCEF}"/>
              </a:ext>
            </a:extLst>
          </p:cNvPr>
          <p:cNvSpPr txBox="1"/>
          <p:nvPr/>
        </p:nvSpPr>
        <p:spPr>
          <a:xfrm>
            <a:off x="1264274" y="3789040"/>
            <a:ext cx="75052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bl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53BB50-CF35-244F-75EE-03D3D51D618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C428C1-0677-F9AD-8BCD-66535E09A35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16BB72-4D3B-47A5-9302-9B7BE7DF51A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452517-17EF-444C-0D5B-A7CDAC6D404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78EF33-5C28-1065-E5A3-260CB89A23D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9A2BF48-E566-291A-89D7-307B3FB562EA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63D297-F030-7A9B-86C9-8487D575D0A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7D81EC-0E46-AF82-0117-438EDACB13A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D788DF-7EE3-A4D6-8A11-E37752724C3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CA7B62-F229-ACEE-9FD7-A93EF8751E8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皎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jc3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65291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C3AB4-4625-27C2-565F-A8D91C51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5BEF7-8422-9542-814F-6874F9127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卜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A1E829-161D-958C-6A55-131CE78EABF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9C7F44-85B8-0292-EC67-99C861027BDF}"/>
              </a:ext>
            </a:extLst>
          </p:cNvPr>
          <p:cNvSpPr txBox="1"/>
          <p:nvPr/>
        </p:nvSpPr>
        <p:spPr>
          <a:xfrm>
            <a:off x="1264274" y="3789040"/>
            <a:ext cx="80823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bs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7DAFFF-4C0D-0FBC-5BBC-2C028980F32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BCDF7D-B4CE-EFFF-D1EE-9B2F7E0C87C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E774DA-6660-163E-92D9-46A4A58B833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F81934-63BA-A8AD-9E71-A2EEF8A71C5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1E25C0-FA57-FECD-DC45-566DD8D7C0A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3E4CCB-1FA2-28BF-F5CE-3627D4ECB6E3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0D8DE2F-D866-6FDE-6D6E-60701256C543}"/>
              </a:ext>
            </a:extLst>
          </p:cNvPr>
          <p:cNvSpPr txBox="1"/>
          <p:nvPr/>
        </p:nvSpPr>
        <p:spPr>
          <a:xfrm>
            <a:off x="3832112" y="2130985"/>
            <a:ext cx="1697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卜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en-US" dirty="0"/>
              <a:t>⺊</a:t>
            </a:r>
            <a:r>
              <a:rPr lang="zh-CN" altLang="en-US" sz="2000" dirty="0">
                <a:latin typeface="+mn-ea"/>
              </a:rPr>
              <a:t>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57DE50-A9C5-E09B-C0C6-63611D7AFFA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A8F2EE-6D98-F970-25AB-A034A9CDADB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B4CE48-AFD2-DA9E-3A30-562DF12E94D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卦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gw4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210945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AF55A-C135-B62E-9CAC-329E3A1C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65D3C-D013-1037-9229-71AF21AC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冫贝疒白卜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4E9D8A-A147-E410-00CD-3AE67EA1BAB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9EFA8B-3010-7722-F113-8D689F433538}"/>
              </a:ext>
            </a:extLst>
          </p:cNvPr>
          <p:cNvSpPr txBox="1"/>
          <p:nvPr/>
        </p:nvSpPr>
        <p:spPr>
          <a:xfrm>
            <a:off x="1264274" y="3789040"/>
            <a:ext cx="91563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ba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9673EA-49E4-3548-8CA4-0E897F5DE75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64A43-BCEF-0308-9BD6-29C1C6DC8F6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520B53-EE8C-905A-E6CE-07D18CBD25F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E84887-DB0E-CC30-8ED7-3CDA4B36306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687726-1520-44E9-CCEE-5BD955DE6EA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85E6BC9-BB06-ADA9-B689-432B60E84E94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E86B313-7C66-DDE3-9ED5-13283A1A5A74}"/>
              </a:ext>
            </a:extLst>
          </p:cNvPr>
          <p:cNvSpPr txBox="1"/>
          <p:nvPr/>
        </p:nvSpPr>
        <p:spPr>
          <a:xfrm>
            <a:off x="3832112" y="2130985"/>
            <a:ext cx="1338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八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共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黄字底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5FC6C3-18FB-6328-B84C-C4F9379C14B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822937-2597-21E4-BF32-D6F2522CE65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D1E98C-DCE7-DEA6-57CC-7EB689AEB56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兵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b;1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438154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8A7D1-E229-D1A8-34FF-8B45B4AD5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BD2F9-84B6-0E2F-78B6-56910F84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冫贝疒白卜八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匕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D4803F-28E3-005A-D818-AE9C556F098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4AFFA6-739A-ACA9-5838-77E636D47A96}"/>
              </a:ext>
            </a:extLst>
          </p:cNvPr>
          <p:cNvSpPr txBox="1"/>
          <p:nvPr/>
        </p:nvSpPr>
        <p:spPr>
          <a:xfrm>
            <a:off x="1264274" y="378904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bi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791A0B-38D9-9C9E-39C6-4DD9D444576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8B9F16-D7F3-CF23-9BE2-3DB046EA6F3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6586D6-A459-C2F8-A6FE-001B52D6196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6FD816-1CE3-24B4-1DA3-C1CBAC59C74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B168E9-BBB3-14D8-B424-8115EA1F1B6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79E4863-E455-2A72-C867-53654D72FD1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2B4026C-43B2-B7DA-6F1B-77301C137A99}"/>
              </a:ext>
            </a:extLst>
          </p:cNvPr>
          <p:cNvSpPr txBox="1"/>
          <p:nvPr/>
        </p:nvSpPr>
        <p:spPr>
          <a:xfrm>
            <a:off x="3832112" y="2130985"/>
            <a:ext cx="1697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匕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en-US" dirty="0"/>
              <a:t>𠤎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CED213-2267-C807-56C4-3BBCDA493B6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5B4F2D-531C-32D4-8001-7EC81678C8A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28BA36-2FD4-1991-3FA6-AB6FF986050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匙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450370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00D4-7129-F245-E2B5-0468AAC2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4133C-0B9B-5943-7120-FC49FA08E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冫贝疒白卜八匕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癶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6D342C-1A82-5F8A-553B-6A4685FD6DD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B7DA46-8902-35FB-66A7-13F7A0D61E04}"/>
              </a:ext>
            </a:extLst>
          </p:cNvPr>
          <p:cNvSpPr txBox="1"/>
          <p:nvPr/>
        </p:nvSpPr>
        <p:spPr>
          <a:xfrm>
            <a:off x="1264274" y="3789040"/>
            <a:ext cx="98616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bo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330069-EAC6-1369-CA51-2CCD2C05F5F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ED25EC-7EAA-7C5F-60FC-456F310F978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5C1ED5-F076-DF9F-2F08-3EBEA77B802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3DB924-21FA-865E-EF71-162C611AA12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BEBB19-078B-5CAC-A3B9-9684C0C85F4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0218970-59C2-1CE8-92FC-A77B0725765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930008A-2494-B52D-D85F-5A26F00862ED}"/>
              </a:ext>
            </a:extLst>
          </p:cNvPr>
          <p:cNvSpPr txBox="1"/>
          <p:nvPr/>
        </p:nvSpPr>
        <p:spPr>
          <a:xfrm>
            <a:off x="3832112" y="2130985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癶（</a:t>
            </a:r>
            <a:r>
              <a:rPr lang="en-US" altLang="zh-CN" sz="2000" dirty="0">
                <a:latin typeface="+mn-ea"/>
              </a:rPr>
              <a:t>bo1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B6B8F6-9FA0-9B99-5158-87F5BD8327B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E04D1C-602F-B7FC-30EC-4DADD28FF4F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534533-7E74-A85E-D449-9E376D90609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登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dg1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11138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9573-C38B-BE06-53A8-C8FA039F3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A57B7-6BD4-ABAF-BCB4-575FE2A9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516517-6B86-B5D1-C775-6CCE0D00958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DA6695-EAAE-A72A-D024-0B7366F3ED24}"/>
              </a:ext>
            </a:extLst>
          </p:cNvPr>
          <p:cNvSpPr txBox="1"/>
          <p:nvPr/>
        </p:nvSpPr>
        <p:spPr>
          <a:xfrm>
            <a:off x="1264274" y="3789040"/>
            <a:ext cx="8178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ce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24246D-3963-8EC8-AD3A-6E053C72096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2FEC10-A8FE-661C-3C34-1D71207DB39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35BFB4-C0C5-A233-C433-74B7DD598FA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367E0B3-4FDE-312A-AEA5-6C35C6214A3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6FE497-FB76-515E-E76D-5BA309ECD0B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F288F10-B8ED-EAF9-BCF5-DD0B113D8DF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3C88C7D-C90D-C9C9-9D0D-29AE4B28E62E}"/>
              </a:ext>
            </a:extLst>
          </p:cNvPr>
          <p:cNvSpPr txBox="1"/>
          <p:nvPr/>
        </p:nvSpPr>
        <p:spPr>
          <a:xfrm>
            <a:off x="3832112" y="2130985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车，</a:t>
            </a:r>
            <a:r>
              <a:rPr lang="en-US" altLang="zh-CN" sz="2000" dirty="0" err="1">
                <a:latin typeface="+mn-ea"/>
              </a:rPr>
              <a:t>ch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c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DFFF23-0FF0-4614-BB20-184D9DBD7DE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4076F0-E458-0D93-8FE9-D4FE62C094D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7EE07C-9481-F492-393B-491CFDCF71DF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转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vr3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E72EEF0-6680-D4BA-9D4E-6CA0991E2597}"/>
              </a:ext>
            </a:extLst>
          </p:cNvPr>
          <p:cNvSpPr txBox="1">
            <a:spLocks/>
          </p:cNvSpPr>
          <p:nvPr/>
        </p:nvSpPr>
        <p:spPr>
          <a:xfrm>
            <a:off x="1043608" y="44624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4980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DD85-0EA9-8E92-9CE7-D6F5C64B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88C24-41A6-9650-BECE-B87FF4AA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550595-2102-4D38-01E3-F81AABCE455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D145B4-4B18-BE79-2B09-198FBBA99442}"/>
              </a:ext>
            </a:extLst>
          </p:cNvPr>
          <p:cNvSpPr txBox="1"/>
          <p:nvPr/>
        </p:nvSpPr>
        <p:spPr>
          <a:xfrm>
            <a:off x="1264274" y="3789040"/>
            <a:ext cx="82586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ck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912CB3-8045-5AB0-6339-DBC24E9B7F2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4C1BACC-227C-CCE6-618B-CFE799D9DE5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DC7205-E78C-FC40-E462-780F62EFF99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93F9AD-BCEE-7B49-DDC7-4C6C3315843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AEFC6-DD16-F691-37D1-879490DE33D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191FA7B-3D9F-7499-45B6-983CD26A0A7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B901277-6213-AE27-E75F-E6F7CABE02FC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ACCCE5-2EB9-B7A2-96AE-D46336B875A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8B24B4-43B5-3406-88CC-71E59067C3B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97078F-2848-B90C-CC72-2F347487434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芳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fh1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4185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9919A-3D1E-19B6-64E4-02B344FA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ABD65-1CC2-4EBA-C1C8-5A7816FD8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A2BCC8-4D87-80F2-689B-1680AF752D2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9686E7-D046-8266-0366-21CDD1FC903E}"/>
              </a:ext>
            </a:extLst>
          </p:cNvPr>
          <p:cNvSpPr txBox="1"/>
          <p:nvPr/>
        </p:nvSpPr>
        <p:spPr>
          <a:xfrm>
            <a:off x="1264274" y="3789040"/>
            <a:ext cx="85953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ch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A6021F-6658-0007-929F-139C306ADF3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74F2A0-F7C2-1CC5-DF10-3B90E9EEC45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439152-FC9D-EC59-A30C-E39517D0A62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F41610-63FC-AA26-2359-8418469274E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7DD440-17B2-CF13-BB24-669B9369108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7B6D6D9-79F3-78F9-BA0A-763B27C15A63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F951473-2803-B04F-5642-81B359BA1DEE}"/>
              </a:ext>
            </a:extLst>
          </p:cNvPr>
          <p:cNvSpPr txBox="1"/>
          <p:nvPr/>
        </p:nvSpPr>
        <p:spPr>
          <a:xfrm>
            <a:off x="3832112" y="2130985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厂，</a:t>
            </a:r>
            <a:r>
              <a:rPr lang="en-US" altLang="zh-CN" sz="2000" dirty="0" err="1">
                <a:latin typeface="+mn-ea"/>
              </a:rPr>
              <a:t>ch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c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E468BC-B2C5-BAE0-055B-3F3D5C5CE52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0F7ECB-E2B7-22B8-070F-A74A597A182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B80DF0-5C94-E897-2FFA-FB73685B932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厌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yj4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61239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0DEF9-729F-A7AA-10A2-029AF0AD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87350-CAC5-F71D-54BF-8D480E66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C9F915-CA9C-E129-ACA9-45359F92DE4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68ED54-F64B-ED41-5675-C58F60249C0A}"/>
              </a:ext>
            </a:extLst>
          </p:cNvPr>
          <p:cNvSpPr txBox="1"/>
          <p:nvPr/>
        </p:nvSpPr>
        <p:spPr>
          <a:xfrm>
            <a:off x="1264274" y="3789040"/>
            <a:ext cx="84029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cy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B62CC3-3A78-FF42-D815-992285A970B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4EFBF4-809B-CA3B-F7AD-69D4AE886A1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F473A0-3E9F-E033-7B44-6A5063D80F5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9F4676-D0CD-2968-2BDC-9661C67C071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83269C-210A-B616-1E7E-7A7D3A81351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78A63F2-CFB0-7E93-C4BD-4505009A12E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CF52F86-8D09-3CDF-688A-BBFD9405C5DC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坎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74D591-E7A7-9FF2-1112-847218DC83B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37E221-23B4-2B93-DA4C-58763CCAAE3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F403B8-C1BD-1310-D4E9-8E05144EF40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函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hj2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006735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7E57-CDD6-D580-24E3-23FE9216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5D1AE-1534-B651-C277-345FFCF8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02E20B-FC22-055C-4F7F-8B245DBE530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寸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39FAB2-1F4D-096C-469B-2767B878DEAA}"/>
              </a:ext>
            </a:extLst>
          </p:cNvPr>
          <p:cNvSpPr txBox="1"/>
          <p:nvPr/>
        </p:nvSpPr>
        <p:spPr>
          <a:xfrm>
            <a:off x="1264274" y="3789040"/>
            <a:ext cx="8803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cp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DF60C1-C285-E171-99E7-1CC17B345F4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78A0B4-92F4-5801-5515-9BF14CC9BAF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CB86C5-67DB-AC86-0A05-A008A53C3CB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23F865-D9C3-13C5-B995-B428303723B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474E02-EA38-960F-9E34-2B89DBD32E3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95E7750-3F5C-DC89-963D-EB03AA1E8C9C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28A88DB-2743-DCC8-B617-15AD486B304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寸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B868D3-8F24-707E-4E9B-81A9CF9794B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6535AB-F641-0449-D91E-D4A8871936A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579023-B644-B627-2F06-05AC9378154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xp2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217465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73FE-B1FD-191C-8A16-40D641BD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64EE0-C2C0-5CB6-A7A4-79731D271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卄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17BBA3-80F9-D1F8-CCF5-372155CB1D1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DCBD5E-5D25-A14C-6B1C-B0853F2135DA}"/>
              </a:ext>
            </a:extLst>
          </p:cNvPr>
          <p:cNvSpPr txBox="1"/>
          <p:nvPr/>
        </p:nvSpPr>
        <p:spPr>
          <a:xfrm>
            <a:off x="1264274" y="3789040"/>
            <a:ext cx="82586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cg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ADDC4B-4FED-710F-0568-FF409725C1D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E3B2D3-089F-5A4A-F873-B1CE14E46D3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5E4ABF-F94C-028C-66ED-B21B8FC691D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3F9812-F030-3355-5A0B-A4D43689348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36483C-4B3F-6F20-DFF3-07F6F0205EE9}"/>
              </a:ext>
            </a:extLst>
          </p:cNvPr>
          <p:cNvSpPr txBox="1"/>
          <p:nvPr/>
        </p:nvSpPr>
        <p:spPr>
          <a:xfrm>
            <a:off x="3856241" y="4050650"/>
            <a:ext cx="505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含廾取廾，首次拆分下半部分为“廾”的字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其部首确认为“廾”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B954627-7F27-82A5-9C14-E625C924BD26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3E2B6C5-E916-BEE0-93F5-C9027B65D1E3}"/>
              </a:ext>
            </a:extLst>
          </p:cNvPr>
          <p:cNvSpPr txBox="1"/>
          <p:nvPr/>
        </p:nvSpPr>
        <p:spPr>
          <a:xfrm>
            <a:off x="3832112" y="2130985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所有“艹”衍生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比如变体“廾”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03BFCF-027E-73E2-DE24-350DEF9C070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20714D-8512-E6B4-3ACA-314DDAF4490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DAFBB7-A894-105E-E9DC-35527E63222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奔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bf1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30891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35069-2109-FA1F-0B08-F55E9B3E4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241E0-9F85-CB39-9368-2F5256B97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屮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1ABA4C-7697-FACF-1C71-A4CEE4A793B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CDC4B5-99FA-B059-831D-8B3DBEE3F34F}"/>
              </a:ext>
            </a:extLst>
          </p:cNvPr>
          <p:cNvSpPr txBox="1"/>
          <p:nvPr/>
        </p:nvSpPr>
        <p:spPr>
          <a:xfrm>
            <a:off x="1264274" y="3789040"/>
            <a:ext cx="65274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ci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C1359F-39C3-5BEC-8588-C02450991B8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3BA979-BF4E-9F15-58F3-794F6EF89BE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20E0BE-AF6E-3735-E811-099AC97DEF1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71630D-182B-48B9-2B07-71A846A881B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926511-B181-7E9E-0400-49F34445684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FABC808-8A54-F1C3-B778-D00C2C0AFF90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9FEEE92-FBD1-913F-7C08-ABBB27D265F8}"/>
              </a:ext>
            </a:extLst>
          </p:cNvPr>
          <p:cNvSpPr txBox="1"/>
          <p:nvPr/>
        </p:nvSpPr>
        <p:spPr>
          <a:xfrm>
            <a:off x="3832112" y="2130985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亦“艹”衍生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6C7908-4ABF-F781-E4D4-8851C2CA6B0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D91255-2A5C-DFB5-220E-E46141E02B1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7695F6-CD56-D62C-8B0C-2544AF5B16B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232928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2E22F-7A98-7EF5-97C0-DBFE4DBF9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53949-23FA-AD2F-738A-35347E33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DB72D5-E317-9BB4-18A7-1997F1ADD10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4FD1C1-61AF-9F13-3B0B-3A950321DC8E}"/>
              </a:ext>
            </a:extLst>
          </p:cNvPr>
          <p:cNvSpPr txBox="1"/>
          <p:nvPr/>
        </p:nvSpPr>
        <p:spPr>
          <a:xfrm>
            <a:off x="1264274" y="3789040"/>
            <a:ext cx="9332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dk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06B74E-58A1-0ABE-D7BD-A19F102BE35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55F05D-06C9-A838-2196-DE527E12CAE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C96DE0-B68F-09A5-088F-B51E17DE538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F6C2E4-D910-E1C3-E967-71074909A90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5679C5-D010-DB5A-D1D5-1D2C5D4DC04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29D47F5-332F-C226-B8D1-BA562F3B3D2D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EEAF8CD-AE40-61E6-071B-3775FD4EA298}"/>
              </a:ext>
            </a:extLst>
          </p:cNvPr>
          <p:cNvSpPr txBox="1"/>
          <p:nvPr/>
        </p:nvSpPr>
        <p:spPr>
          <a:xfrm>
            <a:off x="3832112" y="2130985"/>
            <a:ext cx="2723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刀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有变体“刂”和“</a:t>
            </a:r>
            <a:r>
              <a:rPr lang="zh-CN" altLang="en-US" dirty="0"/>
              <a:t>⺈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4C4A73-8B6B-F76D-CCF6-2D6A969C767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16443F-ECFB-6B3C-10C3-88CF32560DA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9535E3-5FDD-858D-2007-59EABA52CC6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x;2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789212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44D7B-6518-0418-6F3D-03BD12B29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5D45B-8318-A469-084E-D6838BB96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歹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BE559F-637A-9AB5-5FB1-65CB5235BBE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67462C-22A3-744A-B6AA-8D2CA47F502D}"/>
              </a:ext>
            </a:extLst>
          </p:cNvPr>
          <p:cNvSpPr txBox="1"/>
          <p:nvPr/>
        </p:nvSpPr>
        <p:spPr>
          <a:xfrm>
            <a:off x="1264274" y="3789040"/>
            <a:ext cx="7649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dl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8519B5-6037-6ED1-C770-0AB67738F3D1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4F6C19-915C-8ABE-F602-3A658618684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F9B621-5392-FE82-2B7F-9B0F3998CB9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536076-5380-773A-BD0B-784B3CB6EE0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22BCCD-9688-9072-16CC-18A7B551B2E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255B3C6-446C-18F5-EDF6-07CA191D027A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1A74EAF-343D-FB6E-21E3-BE7110DEC8D3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FC6700-84EF-0577-8018-976169EA710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A49507-B135-903D-B701-5E3B716A92F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3E9FF6-B16D-490D-F5E3-AF85DC35CC8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殊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21933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C2DE7-582D-02E7-C14E-1B93A4F3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43E31-0EB4-6719-A1CF-989E6106F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47CDE5-800B-FDB9-4182-530CD05FD9C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66F848-9FB9-EFE0-F94C-23E99067799B}"/>
              </a:ext>
            </a:extLst>
          </p:cNvPr>
          <p:cNvSpPr txBox="1"/>
          <p:nvPr/>
        </p:nvSpPr>
        <p:spPr>
          <a:xfrm>
            <a:off x="1264274" y="3789040"/>
            <a:ext cx="9300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da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01FE04-3E43-D00E-FF37-185AD72AA5C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2A9162-B93B-CC28-CE4A-E3503A0903A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41C9DE-6BE4-DE24-E22A-5F3B3DE76FA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941E3A-8094-551B-3754-19F71158A02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9D3B5C-1F19-DA34-E887-3BF932F14C8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46A9FC0-FC59-1E30-7897-070473B8AB16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D2816EC-E661-A1DF-FFAA-E25CAF24A1E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5B2A44-67F1-4770-A4A4-7A3B02ECBB4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5ADE92-9429-4364-4598-D97241CBA5B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CA363F-01A3-22A5-7C5D-3C281773F44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tk4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142777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6BC2-6082-0A59-74F5-5121246A6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06828-0DBC-3310-295F-A15556E10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1D73B4-A673-490E-A3A8-6569ABBF490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6F4F5A-137A-BDEF-F3F5-B6CAEF347FD9}"/>
              </a:ext>
            </a:extLst>
          </p:cNvPr>
          <p:cNvSpPr txBox="1"/>
          <p:nvPr/>
        </p:nvSpPr>
        <p:spPr>
          <a:xfrm>
            <a:off x="1264274" y="3789040"/>
            <a:ext cx="96693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dh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5C160F-E6BD-0887-6E67-22C12F57885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B8BE5D-30A0-1539-119A-8460B101867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4EF7B1-8E06-CC12-A458-E59FEC870DF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BC2319-6111-D523-E65D-54D5B51BDF3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B57E2C-4F6D-BC85-3064-EFB2234B6DE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CF3728F-62BE-7A13-D6FB-6CA1B78BE18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32699E0-72A4-5A60-4390-CE0E1395E1C7}"/>
              </a:ext>
            </a:extLst>
          </p:cNvPr>
          <p:cNvSpPr txBox="1"/>
          <p:nvPr/>
        </p:nvSpPr>
        <p:spPr>
          <a:xfrm>
            <a:off x="3832112" y="2130985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顶部</a:t>
            </a:r>
            <a:r>
              <a:rPr lang="en-US" altLang="zh-CN" sz="2000" dirty="0">
                <a:latin typeface="+mn-ea"/>
              </a:rPr>
              <a:t>+</a:t>
            </a:r>
            <a:r>
              <a:rPr lang="zh-CN" altLang="en-US" sz="2000" dirty="0">
                <a:latin typeface="+mn-ea"/>
              </a:rPr>
              <a:t>“点”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tou2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F116C5-DA8A-4EAA-D866-BB2C400D500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FD1D3B-5C96-AD46-8E41-F07146DA869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EF94A1-C27E-F9E9-1465-16442F804E7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京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j;1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45703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FB9AD-C9A5-F2BE-82CD-9C735C9C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A50BA-1D7E-0C1B-4C3E-00E5D0BE5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冖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5A8825-35B0-C66F-0D8D-382994FBAB6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4B834D-C34D-6DA5-DC2B-315B12FAA818}"/>
              </a:ext>
            </a:extLst>
          </p:cNvPr>
          <p:cNvSpPr txBox="1"/>
          <p:nvPr/>
        </p:nvSpPr>
        <p:spPr>
          <a:xfrm>
            <a:off x="1264274" y="3789040"/>
            <a:ext cx="9877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EF1BBA-10DE-2485-35EE-7794307AC17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17DFCA-96CA-8D7B-FECA-EBAABECBD52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1CE8CC-461A-5403-4DDD-DA8BA3A6428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E6A14D-0A8B-BFAB-B5C5-036170CDE4E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39D223-34A8-A0DD-6838-73424033F61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14347DF-A1CA-8F67-CDA8-CAC541412EED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F839CE0-0CDA-ECFD-CADB-9EE3D95E9B91}"/>
              </a:ext>
            </a:extLst>
          </p:cNvPr>
          <p:cNvSpPr txBox="1"/>
          <p:nvPr/>
        </p:nvSpPr>
        <p:spPr>
          <a:xfrm>
            <a:off x="3832112" y="2130985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顶部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无视“</a:t>
            </a:r>
            <a:r>
              <a:rPr lang="en-US" altLang="zh-CN" sz="2000" dirty="0">
                <a:latin typeface="+mn-ea"/>
              </a:rPr>
              <a:t>mi4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F3BE29-50FB-CD09-2972-590905A3E5B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EF7B0F-7884-AFF3-42C2-D5540BA1F7F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52D327-2FFD-4E3D-B9CD-E7A3B598F1AB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冠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gr1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40621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71E6-8E3D-6C17-0EB3-671ABAC6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40854-467A-E5AC-264B-39D89A1FE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85D054-ACD3-047C-9AD6-D1D097DBAB1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84DDEF-135B-1088-05EC-81FFF2F46677}"/>
              </a:ext>
            </a:extLst>
          </p:cNvPr>
          <p:cNvSpPr txBox="1"/>
          <p:nvPr/>
        </p:nvSpPr>
        <p:spPr>
          <a:xfrm>
            <a:off x="1264274" y="3789040"/>
            <a:ext cx="117532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5795CC-F3FE-B4F3-63CD-C590485E6E6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1C2DAE-9536-93DD-328D-CC67251349F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8713C8-1E2D-DB40-FB09-BBFA7CD08F9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E8D0C6-634D-6A56-09C4-9F17CBC763D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443AD1-C888-DE08-CFC0-F0ACAEA01BF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99F9459-8CEB-70A5-A306-FA690E3CD93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F676AD2-6CD1-62DF-F750-67204765324F}"/>
              </a:ext>
            </a:extLst>
          </p:cNvPr>
          <p:cNvSpPr txBox="1"/>
          <p:nvPr/>
        </p:nvSpPr>
        <p:spPr>
          <a:xfrm>
            <a:off x="3832112" y="2130985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顶部</a:t>
            </a:r>
            <a:r>
              <a:rPr lang="en-US" altLang="zh-CN" sz="2000" dirty="0">
                <a:latin typeface="+mn-ea"/>
              </a:rPr>
              <a:t>+</a:t>
            </a:r>
            <a:r>
              <a:rPr lang="zh-CN" altLang="en-US" sz="2000" dirty="0">
                <a:latin typeface="+mn-ea"/>
              </a:rPr>
              <a:t>“点”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ba1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EADAC6-5312-54F1-EF0F-02B4FCCA947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6BDA70-130A-7936-2892-BD97FD30211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F09DB2-E4D2-FD30-0925-36B87D585EA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qm2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359928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EB02-6DDB-92A3-B218-3B294393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8D02D-F75F-4234-A2A2-96F9EC79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6179AC-C493-1A9D-3AA4-D965741FBC2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AB78AB-D17F-803E-1EAA-7C8E3B7CFC5B}"/>
              </a:ext>
            </a:extLst>
          </p:cNvPr>
          <p:cNvSpPr txBox="1"/>
          <p:nvPr/>
        </p:nvSpPr>
        <p:spPr>
          <a:xfrm>
            <a:off x="1264274" y="3789040"/>
            <a:ext cx="9717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5C51D1-ED7E-AB2E-6CD9-EF8E444F9D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B60395-327E-7B3C-2C6F-4E447933A47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FE8F71-D4E1-13C6-A01E-64E947C3322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6625E0-01AE-D05F-34C6-EAF860DA2D9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F309BE-10FA-DCC7-1B9D-9D45F26F54A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D803665-06B2-FFDB-8AC0-995598EBA9EA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CC2C3E3-3FD8-D469-59EB-89FDB6FB8133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390FF8-F6A4-A9C8-7367-34FF64A7657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6C5EAC-669A-63A1-FFC4-0364798EB04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3AA7D6-6485-38D0-2574-6F537C51DD2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vf1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145450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9030-CC58-AA87-9DB9-180013B8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845DC-D676-CBF9-95B5-D83136329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233EF9-06B1-F91A-E665-C00FF95289F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8B23DB-E7FC-8B36-215B-190486145528}"/>
              </a:ext>
            </a:extLst>
          </p:cNvPr>
          <p:cNvSpPr txBox="1"/>
          <p:nvPr/>
        </p:nvSpPr>
        <p:spPr>
          <a:xfrm>
            <a:off x="1264274" y="3789040"/>
            <a:ext cx="96372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du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556D49-61A4-800A-7DD5-49C1C8A4B6E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3F783D-D1FF-C7B3-BBEE-D13695E234E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615F15-6E52-D9AA-30EB-E5213C561D9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4156A7-CD7E-D3DE-785B-038F98CE53F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E73093-AD88-BB2A-83E8-791B671620A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12CBE19-CC09-F2C1-BC00-EC6019FF7C7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78226FA-70AF-17F2-0D50-B39CDA9A7B8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豆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332A40-1CE2-EED4-6C0F-6E705702116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E4CC70-5E30-3A43-5885-6D72F259AFC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F25811-3572-2341-67B9-1C568649026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豌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wj1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942047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98336-90F2-D417-4012-7ABB5976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74DB2-0795-5FDA-2E1E-59695B02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6C4D0F-D5B6-A6CD-74F9-3A860A2E7FEE}"/>
              </a:ext>
            </a:extLst>
          </p:cNvPr>
          <p:cNvSpPr txBox="1"/>
          <p:nvPr/>
        </p:nvSpPr>
        <p:spPr>
          <a:xfrm>
            <a:off x="26038" y="1340768"/>
            <a:ext cx="3724096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&lt;</a:t>
            </a:r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无</a:t>
            </a:r>
            <a:r>
              <a:rPr lang="en-US" altLang="zh-CN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&gt;</a:t>
            </a:r>
            <a:endParaRPr lang="zh-CN" altLang="en-US" sz="138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E92D0D-D936-EE67-8961-8E1320675A8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ABDE3E8-FF61-66BB-ECA0-76D118816EE9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D9DBC6D-C635-542B-AE06-77E5A9FC5F55}"/>
              </a:ext>
            </a:extLst>
          </p:cNvPr>
          <p:cNvSpPr txBox="1"/>
          <p:nvPr/>
        </p:nvSpPr>
        <p:spPr>
          <a:xfrm>
            <a:off x="3707904" y="1703471"/>
            <a:ext cx="2024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初码不以“</a:t>
            </a:r>
            <a:r>
              <a:rPr lang="en-US" altLang="zh-CN" sz="24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e</a:t>
            </a:r>
            <a:r>
              <a:rPr lang="zh-CN" altLang="en-US" sz="24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”开头</a:t>
            </a:r>
          </a:p>
        </p:txBody>
      </p:sp>
    </p:spTree>
    <p:extLst>
      <p:ext uri="{BB962C8B-B14F-4D97-AF65-F5344CB8AC3E}">
        <p14:creationId xmlns:p14="http://schemas.microsoft.com/office/powerpoint/2010/main" val="749782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358ED-3685-5E11-6CD1-1EB91421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ED084-DC07-33EA-2F81-ECDD720E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方父缶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234FD9-1E41-48D8-F3B4-D307516B639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EED657-4845-5913-F722-45F01A92962F}"/>
              </a:ext>
            </a:extLst>
          </p:cNvPr>
          <p:cNvSpPr txBox="1"/>
          <p:nvPr/>
        </p:nvSpPr>
        <p:spPr>
          <a:xfrm>
            <a:off x="1264274" y="3789040"/>
            <a:ext cx="74732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fg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F7BF77-B6AC-9C7D-EAA8-7EFB3A76456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E087D9-F37E-FBF0-E7AF-16EA3C70F26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A260F0-8A82-C208-5F71-16774BCB167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6D8C4E-E0A7-7D6D-D310-43FFCA7EE50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F9610D-23E7-8F3D-C2FA-6267E89D702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1EA75D4-5E4F-C653-538F-A12B700E6186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8B8CE20-D73B-01AD-C433-178CA9D8CA0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风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B31545-B92A-30CE-8DAD-52DE71ACEA2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59D3D5-8089-1597-9BFA-A37FCCD7A4F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317E0B-E4DF-A6D9-6ED2-2D5520C53E7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飘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pc1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532399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4AB5A-04CD-08DD-3F0F-62CABA37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2D98F-023B-7D06-A21F-0B9622022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方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父缶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965D0B-8EC0-03B9-5065-6D5D2EA9BF8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595A58-9744-C989-27FE-316EB0A54986}"/>
              </a:ext>
            </a:extLst>
          </p:cNvPr>
          <p:cNvSpPr txBox="1"/>
          <p:nvPr/>
        </p:nvSpPr>
        <p:spPr>
          <a:xfrm>
            <a:off x="1264274" y="3789040"/>
            <a:ext cx="78098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fh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C3431F-6035-1410-ED67-23105DF8F07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CCFB77-51F4-6FA4-8492-9E18E858B28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C2DF24-E05F-7924-5760-9571B5FBB4B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4C506F-8665-0135-A31A-82758151233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DA0F19-CB3E-3C9D-A6DF-AC7FA4333C12}"/>
              </a:ext>
            </a:extLst>
          </p:cNvPr>
          <p:cNvSpPr txBox="1"/>
          <p:nvPr/>
        </p:nvSpPr>
        <p:spPr>
          <a:xfrm>
            <a:off x="3856241" y="4050650"/>
            <a:ext cx="1954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“</a:t>
            </a:r>
            <a:r>
              <a:rPr lang="zh-CN" altLang="en-US" dirty="0"/>
              <a:t>㫃</a:t>
            </a:r>
            <a:r>
              <a:rPr lang="zh-CN" altLang="en-US" sz="2000" dirty="0">
                <a:latin typeface="+mn-ea"/>
              </a:rPr>
              <a:t>”简并至此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462341A-C838-256C-1957-AA5C5E46900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F906792-5B95-2E6D-D6E7-77BE8FCF230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194BBC-6570-114A-2232-5A4B9E49F90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703FA3-D00C-4C26-07D4-51C50AB25A3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92CA7B-E4C1-D838-B44E-7A5C635705D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084917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2383D-F888-488F-E659-FCA898737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54981-66EC-CA47-F3EA-B2D2711BD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父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2D7DAE-1A9F-2129-5881-B83793144F0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E415A1-ADAD-8B3E-7044-F4841B9ED255}"/>
              </a:ext>
            </a:extLst>
          </p:cNvPr>
          <p:cNvSpPr txBox="1"/>
          <p:nvPr/>
        </p:nvSpPr>
        <p:spPr>
          <a:xfrm>
            <a:off x="1264274" y="3789040"/>
            <a:ext cx="7777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fu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96253F-47B9-77A0-EC3C-4859832089A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F56EF5-AD14-05B6-5473-702D8A556E2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C9D101-1659-5BD6-30D1-4FF4519D8297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A639B9-C121-372A-0EE4-8EA156804B6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B1AC0A-DD1A-2AAE-97BD-B644D2DF055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67C99A2-7E4C-1ACE-E652-6D15952C3BD2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A354152-61E6-AF53-B610-8FC96847AE48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父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1EDE49-012E-6C4D-8A45-264E7EBCD9F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9718E9-B03F-A8F8-B96A-66F46EFB361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F1CF0C-DB90-93BA-9561-7E192C10F9B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爷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ye2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79624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5C4C7-50F4-CA09-7B1B-3C213FA17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E0834-54D1-EE36-652D-9FED514C8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风方父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6284C59-421E-F4D9-3DC8-2C0E9AACCF1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4AA72E-CA6E-A594-24E7-D55B7A2B1F8E}"/>
              </a:ext>
            </a:extLst>
          </p:cNvPr>
          <p:cNvSpPr txBox="1"/>
          <p:nvPr/>
        </p:nvSpPr>
        <p:spPr>
          <a:xfrm>
            <a:off x="1264274" y="3789040"/>
            <a:ext cx="78579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74AA09-E592-A5BD-A89A-E0886D32A7E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F9F54B-8BFF-77C2-D5FA-A2324AE88BD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3BD7FD-79E1-F70C-9CF4-541EA4A5F2C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482409-CB06-481E-FBB2-791DE35518E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C80848-D207-ED9B-1D8C-E2D53B1CE36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6A44C8B-966C-297E-7BCC-D9BB9498CFE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A46E0D2-6CBF-76A9-EF32-87035C2976EE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缶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234910-D5C9-7DA5-C14C-19EA04150DE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FBB88E-386B-516C-600F-87B70AB0C95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A92E79-E10D-9F49-F12C-A8447B972F3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罐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832476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F8347-0598-37ED-0834-2876A60D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DA43F-5A87-B6C4-7BB3-E3B3367E4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风方父缶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267795-C551-AD1D-843E-88A7DDA9126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臼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8B5005-9945-61DF-B6A7-3A5E9BD97B27}"/>
              </a:ext>
            </a:extLst>
          </p:cNvPr>
          <p:cNvSpPr txBox="1"/>
          <p:nvPr/>
        </p:nvSpPr>
        <p:spPr>
          <a:xfrm>
            <a:off x="1264274" y="3789040"/>
            <a:ext cx="79220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fq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C84C15-FA91-05DB-434F-69252103092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171D8B-AB46-1A95-3F66-C4894345DA0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730E7E-4EB7-7F39-ABE6-F953C83B2E9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4A1F25-0F14-2A0E-D140-80E61658A98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E2100B-6CA5-B4D3-790A-FEE7BA773D5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F7E717F-0219-4295-2AD4-5AA0C68CCF9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689576C-09C9-1470-8490-94988EF028F3}"/>
              </a:ext>
            </a:extLst>
          </p:cNvPr>
          <p:cNvSpPr txBox="1"/>
          <p:nvPr/>
        </p:nvSpPr>
        <p:spPr>
          <a:xfrm>
            <a:off x="3832112" y="21309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缶臼 似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F6EBCF-E0DB-34BE-EA40-65CA2F6F145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9E3F6B-F18B-B350-420E-8E569E0A01D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9F3FBE-BC13-9878-4754-6B03096E448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舂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is1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840032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2E385-4769-3046-27BF-326E09D4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B317D-033B-C840-C4EC-30D5CD541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风方父缶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F82FB9-35F9-CFCF-76E6-B1F36390763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0EA409-66E3-B3CB-C37D-D9638FE5D9EA}"/>
              </a:ext>
            </a:extLst>
          </p:cNvPr>
          <p:cNvSpPr txBox="1"/>
          <p:nvPr/>
        </p:nvSpPr>
        <p:spPr>
          <a:xfrm>
            <a:off x="1264274" y="3789040"/>
            <a:ext cx="57419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DF542E-07DD-6FCC-2AC8-B1B21768B4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1321EF-5D67-FE9E-C674-068BF111877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A17591-1DFF-41CA-08DB-EB279073E53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EC6A7D-4D1C-7B0A-4EAC-FBDEE11B714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3AA470-6EC8-0539-8472-AB4E2BEC1EFE}"/>
              </a:ext>
            </a:extLst>
          </p:cNvPr>
          <p:cNvSpPr txBox="1"/>
          <p:nvPr/>
        </p:nvSpPr>
        <p:spPr>
          <a:xfrm>
            <a:off x="3856241" y="4050650"/>
            <a:ext cx="2492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“辱”取部首“寸”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ru3c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1950885-7797-1486-F1B5-BBB9A45CA2B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93C339-8479-C81A-4533-B79F93093384}"/>
              </a:ext>
            </a:extLst>
          </p:cNvPr>
          <p:cNvSpPr txBox="1"/>
          <p:nvPr/>
        </p:nvSpPr>
        <p:spPr>
          <a:xfrm>
            <a:off x="3832112" y="21309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en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f</a:t>
            </a:r>
          </a:p>
          <a:p>
            <a:r>
              <a:rPr lang="zh-CN" altLang="en-US" sz="2000" dirty="0">
                <a:latin typeface="+mn-ea"/>
              </a:rPr>
              <a:t>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A7B9CC-3C30-BAE2-B25B-89B43398B0F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61245B-518A-8EFD-781F-72102D3DCF7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30D5BD-341D-2E6F-D53A-0953C0AFE5A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227145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5129-7F02-E194-4246-AA15C307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40867-847A-1A7A-FFFF-DB1DEF22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风方父缶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C2E792-F6F6-E719-A54C-4A3EAD5211B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A8FE86-3D8C-3198-6952-23F5F5008329}"/>
              </a:ext>
            </a:extLst>
          </p:cNvPr>
          <p:cNvSpPr txBox="1"/>
          <p:nvPr/>
        </p:nvSpPr>
        <p:spPr>
          <a:xfrm>
            <a:off x="1264274" y="3789040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fz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E8B714-C95B-6699-E9B8-91F51C10677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9BE0AC-9F49-E370-A1B8-C72AF12B75C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923D13-F4D2-CD4C-156C-1CA27F74F11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49EE43-C090-2D9D-DAA9-D27C51BED54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D2954F4-0BAD-B367-7FBA-9DA545BEF5E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50CD634-A0EC-87AA-D27B-FC1C21DB74E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5DC6FB2-35AA-9F00-E5D0-382D933B41D1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非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A76F18-0D20-B1CD-B4FE-F668B9C3F3C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95B31C-26E8-8B4A-EC36-22FCD3E4FB4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31CE2E-6855-62A9-E5E7-CE1E3F35BF6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靠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kk4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184874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849B4-D489-99E8-1CE8-75367866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D32AC-3324-D9DF-008F-574A4188F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3B6435-E872-7A5E-7E63-C40B1822651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052842-F541-A2C5-472B-C7EB1483683E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089561-4CB0-6A72-0032-9C2B5A6901E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3C0ED0-347F-309A-3B85-E2DA4069118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5E7F10-F01D-251E-1636-CBAF7014160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63D1FD-8ECA-491B-31D5-E1071388FD4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8FA62E-A288-5CAA-E259-472BEA602ED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96FC4FD-5E89-9432-5F7C-861B129E49C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7C77709-0C4B-AD32-5542-E80EC27A98E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工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9D9B26-494E-63D3-086D-681D71069B8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CB7060-A915-4E32-8CFD-F3420C5B1D7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A8B34F-576D-2A2A-8F5C-CD71B4BD62A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qc3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99497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FC1B1-C11B-1F6B-E365-F532704F1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30E48-D7A9-8B54-868A-A6D47E04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弓光囗革戈瓜艮谷骨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8D21C2-9B3D-0972-0DB2-998969BF18C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AD36D6-3F4D-70B0-F189-DE1B4D2D9934}"/>
              </a:ext>
            </a:extLst>
          </p:cNvPr>
          <p:cNvSpPr txBox="1"/>
          <p:nvPr/>
        </p:nvSpPr>
        <p:spPr>
          <a:xfrm>
            <a:off x="1264274" y="3789040"/>
            <a:ext cx="9332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gd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9AC4E3-1695-EB54-48BC-CB8201AE554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6D9077-335A-50CC-77DE-E9C21C117C4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379822-7058-B6B4-4F50-ABBF2F8AF30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4F7150-21AA-7E49-8C3C-3F8D6691768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24BD3D-92FC-54D2-3FEA-1C68FB81529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746B694-6318-2D87-6A00-7B604BF100B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E9DD671-E8F5-922A-F249-3966F23A665E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广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48A97A-7C9D-C4B6-109F-C572413EE97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59079C-D419-992B-E389-6147858BB5D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9C7315-F832-99C8-B6C0-3E74B073111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库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521930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29011-FE46-E6FE-11B5-E411327E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75CC9-0BB4-D4ED-6881-5A495F80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弓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光囗革戈瓜艮谷骨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940951-47B8-CCC1-4EBD-66B0797F019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46DAA0-4708-31DC-B22B-43671F957F5E}"/>
              </a:ext>
            </a:extLst>
          </p:cNvPr>
          <p:cNvSpPr txBox="1"/>
          <p:nvPr/>
        </p:nvSpPr>
        <p:spPr>
          <a:xfrm>
            <a:off x="1264274" y="3789040"/>
            <a:ext cx="9060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gv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5FCB46-9044-2C61-A4CA-0B123ED8865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A59734-177F-53CB-A562-68541D6B681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5BC614-CFD1-45A7-8C51-FE69F16334D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0F060E-9476-1D49-169B-4B1581B7280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9D2969-6205-D4FF-49F2-895232C3328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CE6BD36-6135-36C9-751E-A8DF8DE4C5E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2BA2AA5-BC9F-DE84-B784-E714EED38CF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弓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33BD45-F2C6-B4C3-6663-A9A20D3C6F0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CA37B6-3138-EDE0-808E-4F470E84C27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D4EA5E-D231-8695-5D71-883EE6C99EA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弩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203752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E066-F32A-E452-E98A-017F9059A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CAE868-31BA-3821-71DF-319B2E29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光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囗革戈瓜艮谷骨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FD05B4-85BE-DF1E-E876-21378B75257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D047B1-F917-21F8-FC0A-92CA1EED2C5A}"/>
              </a:ext>
            </a:extLst>
          </p:cNvPr>
          <p:cNvSpPr txBox="1"/>
          <p:nvPr/>
        </p:nvSpPr>
        <p:spPr>
          <a:xfrm>
            <a:off x="1264274" y="3789040"/>
            <a:ext cx="11224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E63A9C-98FB-54B8-41BD-B2B55B81DCE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3FFCB0-E116-F6A1-3EAF-7EBE0E6FFE8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C00375-BF3E-3D97-A075-F960DB51DC4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EE8989-277B-5177-99A9-46E4AD93273A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3BFA7C-5CF2-DA80-B56E-5046681A330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0826E33-16EA-515F-A50F-1DD90CC8524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8AFD6A3-AF42-B90E-F6AB-FF34DC363FF1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0509DA-77EC-E2F3-2740-2C0685C4D7C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A397D9-1AC8-8A88-3F7A-12B12536A4E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1E3A19-9EA3-5DE4-AABB-6145161A1B7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耀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yk4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958615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60B68-AD24-D6E9-F63C-47F6B7DCE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C7475-6CE3-850D-501C-CD84E922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囗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5954A7-BD7F-4F54-D8F0-39FF4B0EF9F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990FC5-94DB-640E-1715-5BB0D22484FF}"/>
              </a:ext>
            </a:extLst>
          </p:cNvPr>
          <p:cNvSpPr txBox="1"/>
          <p:nvPr/>
        </p:nvSpPr>
        <p:spPr>
          <a:xfrm>
            <a:off x="1264274" y="3789040"/>
            <a:ext cx="94769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go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28C928-9BAC-80BC-F70B-B83F1C41FF0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53AD8F-4284-DA7A-8D2F-0AB99C8DEDE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0FB9DF-9D2D-711F-0DC5-719A0873DA4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708F50-7020-7B8F-6DCB-6DEBA32CFFD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6B5DCE-6EB3-E9BE-CEC2-4E469FB2C62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56C785D-B261-B91A-1B33-EAEF42F7DC9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B89B685-5966-0CD1-02A5-9B778C4EFCAF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国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CAF4AE-FA6D-78AB-FDAD-9D860BED01E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8CB8A9-6709-6036-94C4-735F4ACF825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E3AD44-45F8-7200-5EA8-73B614F49FA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因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yn1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942463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1D1EA-CF72-D7B8-7AC1-E6D262B1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10FDF-948F-4403-5A17-5B2359D9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革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44DE30-1771-46EE-1A8B-5CCEBB68E3D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革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96FDAF1-7CA7-F48A-7EB1-D672087EF2B3}"/>
              </a:ext>
            </a:extLst>
          </p:cNvPr>
          <p:cNvSpPr txBox="1"/>
          <p:nvPr/>
        </p:nvSpPr>
        <p:spPr>
          <a:xfrm>
            <a:off x="1264274" y="3789040"/>
            <a:ext cx="87235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ge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E57C24-5470-271C-F98F-1FE7B06F272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B08F7A-6745-0619-B7EA-9AA95AEBAE3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074493-BC75-BC01-AD01-8C08752CC57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743DC7-23A5-36E7-F5A9-0F492BDFD68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8DE98B-F6DF-F5D1-B542-321C4B34BB6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33DE07C-B58A-6F53-41D2-EF66B9D672F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F02BBE0-A2D5-6E12-F786-BDDC07BF04D8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革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D1C0AB-BF26-8B91-9F5B-D687755CE63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B9AEEB-AC16-A96C-E1D8-5AE2713156B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856AD1-5722-BBBC-BDA9-CE0CC113F567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靶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ba3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ba4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822176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A278-E02D-DC09-E86E-EDA9C5A7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E40B2-E5FC-D3DA-E482-6CDC6ACD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戈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4EE16F-7F1C-FAA4-338B-D43CF209F40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A8DCE0-C24B-4725-7689-730A1C3ADEBA}"/>
              </a:ext>
            </a:extLst>
          </p:cNvPr>
          <p:cNvSpPr txBox="1"/>
          <p:nvPr/>
        </p:nvSpPr>
        <p:spPr>
          <a:xfrm>
            <a:off x="1264274" y="3789040"/>
            <a:ext cx="8835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gx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5759A0-267F-98AB-8916-C388DB45643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19B734-E699-1E4F-C042-9E1DFB9F76A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D0411AB-518A-89CB-B271-729C80CE1CB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E67998-E802-8D9E-4B86-1BCB401E536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DD1A33-626F-619B-254B-5F8558BFFBA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0658FB1-106A-DFAB-838B-ABD26CD7A92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9F41906-51C5-38B6-158A-96A6EED899F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戈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C7CEBC-1752-E7EE-8CB9-0A54DBCAA8E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092745-54E9-012E-8EE6-9AF8CE49D7C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6F1F47-9E8F-02B1-D47B-D6088B6B0A6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wo3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120651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96402-62C1-CB4E-D199-3DF10E13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95476-E70B-6777-74F0-8F54A3458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瓜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14BB99-3EAB-BDF2-EF94-D376E286452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3BB0B8-DC9B-8030-6267-97715B01BA66}"/>
              </a:ext>
            </a:extLst>
          </p:cNvPr>
          <p:cNvSpPr txBox="1"/>
          <p:nvPr/>
        </p:nvSpPr>
        <p:spPr>
          <a:xfrm>
            <a:off x="1264274" y="3789040"/>
            <a:ext cx="1101584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BFE3FC-F9BD-063C-DC0E-5E94CB390B7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D2AC87-ABEE-E525-93AA-8757429CB44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ECD0FD-3A74-B701-7331-B600E176B34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0B0DF9-C605-76A3-EE64-F4278C12F23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7B9E98-8710-AF3A-E3DE-14E8FDB2DBD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9C048B6-C690-BBD1-210F-22709227414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B9BED55-C691-C9EA-A9AE-FE2D1BDB293C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瓜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9B53F9-207B-AAF5-D18D-6C40DF06E62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4CB78A-E781-4085-4319-4EC3042CB77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E0DB96-02C9-F0A0-E2FB-A37E09C0760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瓤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rh2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167290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F57DF-C15C-ED85-2C81-48C040E2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2D8D7-6A79-53A3-5D04-138B363A1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广弓光囗革戈瓜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艮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2A784D-24F8-B313-56CE-C1939960635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D56872-1218-F6B9-BC02-A8DE21949A42}"/>
              </a:ext>
            </a:extLst>
          </p:cNvPr>
          <p:cNvSpPr txBox="1"/>
          <p:nvPr/>
        </p:nvSpPr>
        <p:spPr>
          <a:xfrm>
            <a:off x="1264274" y="3789040"/>
            <a:ext cx="74732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gf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C16068-B9D6-19DB-748D-1A429F884A6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15FDD9-C16D-7702-CBB6-EB0EE11B742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C342F8-952E-5BE2-7DE2-824F7EF952D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702543-125C-B789-2AC0-47AE40B64A2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218A78-BFB7-B90C-5678-5869D6E7DB3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CEC4C22-424E-9DA0-116F-A40DD713EA4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569441-D186-6830-30DB-D3C86CADB02F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艮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E9D4E4-7B05-9F15-0804-66E70F35B60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1000DC-80E3-BCA9-3DF6-4BEE471C315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6B1F2E-552D-AC85-77F2-E7F4EBD5C0AE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jm1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（艱）</a:t>
            </a:r>
            <a:endParaRPr lang="en-US" altLang="zh-CN" sz="4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5187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037-060B-B84A-597E-F9515971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06A62-1120-CE34-0E96-B35425F90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广弓光囗革戈瓜艮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DAABCC-5DD3-D343-8D3C-53464069FE0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F2D489-25B9-E3C9-E34C-DCC8E2496303}"/>
              </a:ext>
            </a:extLst>
          </p:cNvPr>
          <p:cNvSpPr txBox="1"/>
          <p:nvPr/>
        </p:nvSpPr>
        <p:spPr>
          <a:xfrm>
            <a:off x="1264274" y="3789040"/>
            <a:ext cx="9188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B8EFDF-E465-986C-D99A-0B3CB806EB1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038A00-56B0-3D60-AAFA-98F76AE8191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1E65AC-3B62-DAB9-4F1C-96C7BC911E57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FD9B64-3ED1-86C8-7A55-92BB028F886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6C6317-C492-E56E-581C-369C2399BDC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89CD360-C842-7068-913F-31B52B71F23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5187846-244A-BA68-B730-729BFE720FF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谷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DD1AD9-A7C3-5BF4-A90C-10A1915D297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4B3764-779E-E984-48B5-221EB33F2BA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D3FC33-938A-7B2A-679A-A1412BFA117A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豁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ho1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ho4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51772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62688-57E1-3062-B48B-B4C3083A6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8FD7D-D435-320C-ADB2-55F19A03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广弓光囗革戈瓜艮谷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6C7F76-59DB-D70A-C62C-48B16A0AE1B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37BD5C-2101-A875-3E11-3F1313BE22F7}"/>
              </a:ext>
            </a:extLst>
          </p:cNvPr>
          <p:cNvSpPr txBox="1"/>
          <p:nvPr/>
        </p:nvSpPr>
        <p:spPr>
          <a:xfrm>
            <a:off x="1264274" y="3789040"/>
            <a:ext cx="78258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gr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79ADB0-9F78-E572-3A8A-41295CCF301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D9DC6C-349E-48EE-7D58-031BE2CBB63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1F6ABB-6525-463B-D886-D6905D205D2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02ACC3-9D77-D8B8-CEBE-51EA5627D63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8B5EB-5968-D02D-2560-C28450AE55A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0EDEE18-159B-1342-89EB-0073CF1C1D9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91FA34F-AD15-87E5-8F7C-8AD20C609CA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骨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6F069D-F5D2-9525-F2CE-FF41A1A9E38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F9BC1E-52C2-120B-9B7F-A8831655D66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D47B06-DA60-20A1-BDCF-7688C794EA1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骸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hl2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600085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498D-E3E0-ECF3-6127-9732FA23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4436F-F6EE-AFD1-79D2-06DABCE6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户禾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519884-1FA2-7629-AA09-33C3D9C1AE6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04A270-5BEB-BCB6-0943-BD2B92C043BD}"/>
              </a:ext>
            </a:extLst>
          </p:cNvPr>
          <p:cNvSpPr txBox="1"/>
          <p:nvPr/>
        </p:nvSpPr>
        <p:spPr>
          <a:xfrm>
            <a:off x="1264274" y="3789040"/>
            <a:ext cx="9813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ho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BFF73A-1C55-A0CE-C826-BCFAB6AB0BC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3F7FF8-0781-70C4-3D4A-05207BF7129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F213C1-C23F-09FE-1E9D-512637C5748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4F28D4-6B15-DFDD-5667-BB55372706A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0F4785-114B-5498-2999-6214A1A0C77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2977524-9FB3-E3A6-00E2-E532010F235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894C772-1DB3-FB92-47B4-9A6114D3B9C6}"/>
              </a:ext>
            </a:extLst>
          </p:cNvPr>
          <p:cNvSpPr txBox="1"/>
          <p:nvPr/>
        </p:nvSpPr>
        <p:spPr>
          <a:xfrm>
            <a:off x="3832112" y="213098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火，有变体“灬”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4FE9C7-F888-EA4E-8588-8AE23FAA189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D33C3D-F8B2-2202-CDEE-B074606C36A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173991-A7EE-6A95-11E9-825BADA01F8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然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rj2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840402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4C169-57B9-2B99-EA01-352040CE3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C22C8-EC99-3860-BED2-6B46B053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6AFFCC-8405-BC53-EBCA-7EE0ACDBFAD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C231AE-4795-F2AD-22F1-13B05771E299}"/>
              </a:ext>
            </a:extLst>
          </p:cNvPr>
          <p:cNvSpPr txBox="1"/>
          <p:nvPr/>
        </p:nvSpPr>
        <p:spPr>
          <a:xfrm>
            <a:off x="1264274" y="3789040"/>
            <a:ext cx="94448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hu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FDC914-1157-0BB5-8135-EA80D94528B1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2A6FC4-8AB2-D399-7C97-9EBDE0DB257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D66756-79CA-D6D5-42AD-D9B54EFD18B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C10F6A-91EC-18D9-C853-FA9AC1368BC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B71ED0-EE3D-C83A-3F51-8B2A61CEE3E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A3DD8D1-967A-C46A-4BE0-0CE147B69AB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CEE85BD-2CD8-A7F4-ADBD-FB3AE62787DB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户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76BA63-5C54-DCD0-4DCD-F2D5249B7A3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A9BCB0-FFF6-B80F-262C-5F1A80956B8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3693C2-33FB-C285-813B-EB498BA4319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房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fh2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779734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F33E-7E55-0AE2-C2CB-7823637BD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4473F-6352-8D0B-9CEE-91340FE5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DC931D-8FA1-9151-7249-D4E5F779AC7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CA9737-2B1F-BEE8-A6F1-A1DE7EA75CFA}"/>
              </a:ext>
            </a:extLst>
          </p:cNvPr>
          <p:cNvSpPr txBox="1"/>
          <p:nvPr/>
        </p:nvSpPr>
        <p:spPr>
          <a:xfrm>
            <a:off x="1264274" y="3789040"/>
            <a:ext cx="9060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A58CF8-6FAA-5959-5BAD-8FF22BB0807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CEFADC-8E0F-7DB0-E1B9-9B2F9AAF437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09CE70-167C-1B90-BAD6-DA0F16D5B1F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C0135A-3229-204D-85D3-B2501E7E201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072085-B7A1-6E12-7E90-C27FC01DCB5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ECB2693-726C-0258-6A57-F983C0483FB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61B7D84-5215-A468-80A6-E2CD24C07870}"/>
              </a:ext>
            </a:extLst>
          </p:cNvPr>
          <p:cNvSpPr txBox="1"/>
          <p:nvPr/>
        </p:nvSpPr>
        <p:spPr>
          <a:xfrm>
            <a:off x="3832112" y="2130985"/>
            <a:ext cx="19800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禾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有一定优先性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在“和”“利”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AF30A6-B2FE-502A-F1D6-0AF9ABA9598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60A6D5-2315-A12C-C0EB-71AA22DF2C7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70B66F-EB07-D410-62B5-A0FC1C12D2B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秀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xq4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959661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A290-C36F-02B4-89DD-535C35E5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83E49-E9C8-E73D-840E-984A7325C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火户禾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FBB85F-A9EA-E5D2-58B7-16BEDDFAD90A}"/>
              </a:ext>
            </a:extLst>
          </p:cNvPr>
          <p:cNvSpPr txBox="1"/>
          <p:nvPr/>
        </p:nvSpPr>
        <p:spPr>
          <a:xfrm>
            <a:off x="1264274" y="3789040"/>
            <a:ext cx="96693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hd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EC909C-0912-1B2D-4772-15EE398E1C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DECDD0-253E-BB85-D7CB-B782048F94F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2D85DF-17C9-1716-900C-C7525916679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12C4AB-C8FA-A740-C526-77CF2464BBE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83A754-C5CD-93E4-8F40-B5B5E864B68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38A2DF2-1CBB-5D3F-8D56-1BA51115C6D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58EACEB-2438-61FC-740B-BCE676DA9B7E}"/>
              </a:ext>
            </a:extLst>
          </p:cNvPr>
          <p:cNvSpPr txBox="1"/>
          <p:nvPr/>
        </p:nvSpPr>
        <p:spPr>
          <a:xfrm>
            <a:off x="3832112" y="2130985"/>
            <a:ext cx="17235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光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尚 字头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ang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h</a:t>
            </a: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en-US" dirty="0"/>
              <a:t>龸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与“小”区别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2D8CF3-F55A-6208-A373-DEC43E4E655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0BB3AF-12B8-F4C8-8548-0E33CF8AD7D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DBCD1C-E646-C35F-B2C3-B5B733EAF6E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光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gd1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0CDD6F-AA84-98D3-6B59-2AF0A541E81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⺌</a:t>
            </a:r>
          </a:p>
        </p:txBody>
      </p:sp>
    </p:spTree>
    <p:extLst>
      <p:ext uri="{BB962C8B-B14F-4D97-AF65-F5344CB8AC3E}">
        <p14:creationId xmlns:p14="http://schemas.microsoft.com/office/powerpoint/2010/main" val="1749951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5C61-93EA-171D-70FA-95E23300B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2EF02-3E01-1DA1-FFF7-0F853455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009549-7FA6-6100-A36A-0DF42C85B497}"/>
              </a:ext>
            </a:extLst>
          </p:cNvPr>
          <p:cNvSpPr txBox="1"/>
          <p:nvPr/>
        </p:nvSpPr>
        <p:spPr>
          <a:xfrm>
            <a:off x="1264274" y="3789040"/>
            <a:ext cx="9284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3CDAAA-195D-1565-1A84-565B7D28F66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FD4D15-55BD-F6C1-2DB9-4038CB405D7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D5E9FA-7D5C-F175-568B-E4AA1C13EE1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B289B0-5967-77D0-7B6E-9AC59BFB144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863849-8E8F-C407-A616-6325ADCEDB6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6B34AF1-53CE-5E8A-8E40-475F5603EAB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5688942-1819-6E40-76F9-91D8190D058C}"/>
              </a:ext>
            </a:extLst>
          </p:cNvPr>
          <p:cNvSpPr txBox="1"/>
          <p:nvPr/>
        </p:nvSpPr>
        <p:spPr>
          <a:xfrm>
            <a:off x="3832112" y="213098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羊</a:t>
            </a:r>
            <a:r>
              <a:rPr lang="en-US" altLang="zh-CN" sz="2000" dirty="0">
                <a:latin typeface="+mn-ea"/>
              </a:rPr>
              <a:t>ang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h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3801F6-A0D6-459B-93C9-A6D70EADEBA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86DE59-2B61-3053-3789-2A48E151C0B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AA41FE-A8A8-F3A0-1E7C-FE9C4F47053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羞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xq1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1218A7-E0EE-8154-7876-68D27F93DE7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羊</a:t>
            </a:r>
          </a:p>
        </p:txBody>
      </p:sp>
    </p:spTree>
    <p:extLst>
      <p:ext uri="{BB962C8B-B14F-4D97-AF65-F5344CB8AC3E}">
        <p14:creationId xmlns:p14="http://schemas.microsoft.com/office/powerpoint/2010/main" val="3910936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BE4F1-8E90-9633-730B-7106F442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FCE18-F6F6-9D74-C6DF-DC7F472D8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B548C9-8EE1-3696-74B4-F56312244363}"/>
              </a:ext>
            </a:extLst>
          </p:cNvPr>
          <p:cNvSpPr txBox="1"/>
          <p:nvPr/>
        </p:nvSpPr>
        <p:spPr>
          <a:xfrm>
            <a:off x="1264274" y="378904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hl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EDD98C-07FE-0E6D-CD87-4588DD23696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B2F649-7396-13D7-2F9C-148C5312C51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F383FC-691E-D75F-7CD1-76ABE0FE487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228DAB-9965-58E5-47CB-30D2E6EBB49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1552C6-5BF0-80CC-BAE6-3A77406F5E0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4F0B2CC-34DB-C226-63D0-66AD77978F6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35F4E70-C5FB-7E84-7181-CB35F5ABD074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虎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F9C076-0509-4A12-4C78-2DC73D90838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C553A7-E522-71BA-E7DD-D5B0E71D3FA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1B6DEF-FAFF-6B3A-04F1-6A3325A8AE7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虐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nt4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BF4190-8177-ADDC-4EE4-909E2DA57CE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虍</a:t>
            </a:r>
          </a:p>
        </p:txBody>
      </p:sp>
    </p:spTree>
    <p:extLst>
      <p:ext uri="{BB962C8B-B14F-4D97-AF65-F5344CB8AC3E}">
        <p14:creationId xmlns:p14="http://schemas.microsoft.com/office/powerpoint/2010/main" val="3544508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8B8C9-E8BA-17E9-BD49-87818A301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649C6-64B7-21D7-C94D-4CD994100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DE196A-9340-27CF-33AD-470AB621B44B}"/>
              </a:ext>
            </a:extLst>
          </p:cNvPr>
          <p:cNvSpPr txBox="1"/>
          <p:nvPr/>
        </p:nvSpPr>
        <p:spPr>
          <a:xfrm>
            <a:off x="1264274" y="3789040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hz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17220E-BA8A-9B47-858E-0A68E5CEC98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A8D86A-AE29-B7CB-C632-CDEF8418773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8128EF-2531-F515-6AED-194D809DD43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620B0DF-118F-BBF6-AECB-B0D45719218A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FAE045-EA07-05F0-EF28-C5E5FDEB967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49EA445-DD19-F314-FCF6-60B25746CE7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909351B-1D99-8719-9F30-781F8AF9622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黑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256FCA-4E55-35A5-2F41-6F5E14EBEEA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D00120-225C-88FF-8651-9229424F89D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34AF1D-3615-98AE-FE85-4E179433C41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黔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qm2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BAC65E-7E63-DB06-94EA-0177DF68B6D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黑</a:t>
            </a:r>
          </a:p>
        </p:txBody>
      </p:sp>
    </p:spTree>
    <p:extLst>
      <p:ext uri="{BB962C8B-B14F-4D97-AF65-F5344CB8AC3E}">
        <p14:creationId xmlns:p14="http://schemas.microsoft.com/office/powerpoint/2010/main" val="446618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A1C2-33FD-F00F-7B56-C2CFE4F2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6729C-E7AC-84A5-3BDB-CDCB9314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AF6BAA-6F76-1C7A-15F6-A0AF00E82EE2}"/>
              </a:ext>
            </a:extLst>
          </p:cNvPr>
          <p:cNvSpPr txBox="1"/>
          <p:nvPr/>
        </p:nvSpPr>
        <p:spPr>
          <a:xfrm>
            <a:off x="1264274" y="3789040"/>
            <a:ext cx="59663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CDA1AA-736C-9BA8-F7A3-476F1CD9182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57BD15-A1D4-8EC5-2345-3CE5EA9266F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AA7464-8DE4-381C-3DA9-110CDC848AD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6F2711-3042-07CB-D1B5-13B181C8A5A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C746F7-B987-B5DD-ECD0-C5BADBA6076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141A79E-DB92-C6E8-CCE6-B6C24937A07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C6A7724-9D47-ED44-2A29-107FD6170BE6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虫</a:t>
            </a:r>
            <a:r>
              <a:rPr lang="en-US" altLang="zh-CN" sz="2000" dirty="0" err="1">
                <a:latin typeface="+mn-ea"/>
              </a:rPr>
              <a:t>ch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468AC6-8BDE-6F8C-527E-F5680BF82E2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33989-E936-1DCB-764F-485997FB2A0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4A96CD-4531-00BD-E898-08A33056C36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蚁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37D260-9545-6D98-1D61-3BBBEF1D7D2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</a:p>
        </p:txBody>
      </p:sp>
    </p:spTree>
    <p:extLst>
      <p:ext uri="{BB962C8B-B14F-4D97-AF65-F5344CB8AC3E}">
        <p14:creationId xmlns:p14="http://schemas.microsoft.com/office/powerpoint/2010/main" val="1241994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86B1-7B96-11A4-DF0C-68A1621CB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A084E-E9DF-3A5F-AA1E-8F613A50F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57B2C1-66D0-C2F0-AB4F-64147633DCF1}"/>
              </a:ext>
            </a:extLst>
          </p:cNvPr>
          <p:cNvSpPr txBox="1"/>
          <p:nvPr/>
        </p:nvSpPr>
        <p:spPr>
          <a:xfrm>
            <a:off x="1264274" y="3789040"/>
            <a:ext cx="69923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ie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298574-1F6B-3930-B775-A21726D3B72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D9B4C8-BA65-6987-8207-D769FC4DB1E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AA74EF-0CDB-2D1C-1890-EC8D4B48074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F2675A-29A2-08F6-467E-C81AB096A89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D43D23-4435-92A9-F7BD-1EF17268162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0683248-D20D-2591-8200-016B84A1AAD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ADDA967-E1AD-ABAB-29BA-D414CD313274}"/>
              </a:ext>
            </a:extLst>
          </p:cNvPr>
          <p:cNvSpPr txBox="1"/>
          <p:nvPr/>
        </p:nvSpPr>
        <p:spPr>
          <a:xfrm>
            <a:off x="3832112" y="213098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页，</a:t>
            </a:r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 err="1">
                <a:latin typeface="+mn-ea"/>
              </a:rPr>
              <a:t>i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417755-6812-0138-DAD5-AD343F71845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721659-39ED-7839-868C-9A3537EBEDF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D40BEC-94B8-A25A-3C87-8BE568EDC2E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项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xd4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82270A-FF60-D437-D67D-56C61AD3730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162008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D22F4-7A34-7A58-8001-3F182A4C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1CA02-9361-D3E6-F41C-0100863C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雨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3ADEA4-A808-DA56-93E6-C31A977D3BEC}"/>
              </a:ext>
            </a:extLst>
          </p:cNvPr>
          <p:cNvSpPr txBox="1"/>
          <p:nvPr/>
        </p:nvSpPr>
        <p:spPr>
          <a:xfrm>
            <a:off x="1264274" y="3789040"/>
            <a:ext cx="73770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99B24E-298E-B400-0748-EBB990C4A06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1B70F0-E015-0667-15F6-6D7CF12BFCE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3641C9C-6A41-712B-9D64-B9C571CC8F7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8DC827-4608-8A90-604D-F554D613991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A4F9B5-CC06-9577-89BE-1C5B7388ABA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6EABD2E-4E46-D458-FF29-3670152A8B9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BA9858-A1DD-C6F9-C1B1-656180E98E95}"/>
              </a:ext>
            </a:extLst>
          </p:cNvPr>
          <p:cNvSpPr txBox="1"/>
          <p:nvPr/>
        </p:nvSpPr>
        <p:spPr>
          <a:xfrm>
            <a:off x="3832112" y="213098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雨，</a:t>
            </a:r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 err="1">
                <a:latin typeface="+mn-ea"/>
              </a:rPr>
              <a:t>i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226FB4-9A36-5481-F570-A387566F0E1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4AFC3D-6C27-8B4C-0411-C93B541A9C6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BF1025-B6D1-68AD-16C5-6B0D3F862D6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雪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xt3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672FB8-C668-5019-F36A-9D5AACD4747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雨</a:t>
            </a:r>
          </a:p>
        </p:txBody>
      </p:sp>
    </p:spTree>
    <p:extLst>
      <p:ext uri="{BB962C8B-B14F-4D97-AF65-F5344CB8AC3E}">
        <p14:creationId xmlns:p14="http://schemas.microsoft.com/office/powerpoint/2010/main" val="1302266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FF5E6-2817-735E-6F95-91F8834BC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A3824-F9D0-AEDB-392D-9166A106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弋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473185-75B2-FE99-7E64-B3ABCFE0DF2A}"/>
              </a:ext>
            </a:extLst>
          </p:cNvPr>
          <p:cNvSpPr txBox="1"/>
          <p:nvPr/>
        </p:nvSpPr>
        <p:spPr>
          <a:xfrm>
            <a:off x="1264274" y="3789040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ix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CCAE48-CDB7-DB2B-4966-36735081B23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4B9E9E-56A4-3D94-2AA3-BE076F2DEA3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EBD691-713C-2D00-41BD-7B4FE20A7D4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7EF3C1-BA5A-FB29-F23F-5B62422DDF9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89E8A6-02E2-26D2-C0A7-049DFABA844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11E9208-A308-4CB1-6747-992889E645D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B10C2DB-13C6-B16F-043D-00CFA40AD5E8}"/>
              </a:ext>
            </a:extLst>
          </p:cNvPr>
          <p:cNvSpPr txBox="1"/>
          <p:nvPr/>
        </p:nvSpPr>
        <p:spPr>
          <a:xfrm>
            <a:off x="3832112" y="213098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弋，</a:t>
            </a:r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 err="1">
                <a:latin typeface="+mn-ea"/>
              </a:rPr>
              <a:t>i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19D32F-00DF-51D1-E74C-DB748B67311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01707F-1362-F4E2-49D5-D4E1069B11F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2D033B-3177-38D8-DB5A-48A6E8E9EED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𢎃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C758B2-7147-D72D-1E36-6F5A43F12B8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弋</a:t>
            </a:r>
          </a:p>
        </p:txBody>
      </p:sp>
    </p:spTree>
    <p:extLst>
      <p:ext uri="{BB962C8B-B14F-4D97-AF65-F5344CB8AC3E}">
        <p14:creationId xmlns:p14="http://schemas.microsoft.com/office/powerpoint/2010/main" val="2133280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8E8D-BC52-B7CE-64C0-32A46518F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061DB-B5ED-A725-9059-58817580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彐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494C11-DA2A-F0E0-9C24-A85B85A6AF7E}"/>
              </a:ext>
            </a:extLst>
          </p:cNvPr>
          <p:cNvSpPr txBox="1"/>
          <p:nvPr/>
        </p:nvSpPr>
        <p:spPr>
          <a:xfrm>
            <a:off x="1264274" y="3789040"/>
            <a:ext cx="7745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io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DB1C8C-0FCD-2282-10CF-ADADF823FD8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06C4D8-EA06-9928-D9CC-252981DC70C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739068-9E0E-4762-FC10-9810B7DBDF3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AC24880-BD5E-1523-519A-D349E0DA17D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7A41B5-F952-B332-0432-1B3EA0FD167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6B38015-F229-F35C-A428-466AE3172B9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C61F36C-F20D-C3CE-22F2-5232DC2DAEEC}"/>
              </a:ext>
            </a:extLst>
          </p:cNvPr>
          <p:cNvSpPr txBox="1"/>
          <p:nvPr/>
        </p:nvSpPr>
        <p:spPr>
          <a:xfrm>
            <a:off x="3832112" y="2130985"/>
            <a:ext cx="14670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片假</a:t>
            </a:r>
            <a:r>
              <a:rPr lang="ja-JP" altLang="en-US" sz="2000" dirty="0">
                <a:latin typeface="+mn-ea"/>
              </a:rPr>
              <a:t>ヨ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 err="1">
                <a:latin typeface="+mn-ea"/>
              </a:rPr>
              <a:t>yo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 err="1">
                <a:latin typeface="+mn-ea"/>
              </a:rPr>
              <a:t>i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有次取倾向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ji4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C80896-24F1-47F9-A36C-2079BD0ED32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867555-38CE-52E4-9F2E-42D146E21FC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5E37CD-F95F-51BD-375A-72AE4EFBF47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录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AD60DD-1FCC-43C3-7D39-F33006B5228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彐</a:t>
            </a:r>
          </a:p>
        </p:txBody>
      </p:sp>
    </p:spTree>
    <p:extLst>
      <p:ext uri="{BB962C8B-B14F-4D97-AF65-F5344CB8AC3E}">
        <p14:creationId xmlns:p14="http://schemas.microsoft.com/office/powerpoint/2010/main" val="1834232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04D3-4251-1BE7-EDA5-EA7AC240D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FDECC-5440-C793-B18A-6FD7C57F3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64AC85-FAD5-4B6C-F1A8-F21AAF8D8865}"/>
              </a:ext>
            </a:extLst>
          </p:cNvPr>
          <p:cNvSpPr txBox="1"/>
          <p:nvPr/>
        </p:nvSpPr>
        <p:spPr>
          <a:xfrm>
            <a:off x="1264274" y="3789040"/>
            <a:ext cx="74090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ih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7300E4-D633-01AE-0E30-95F80E02AD71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6C2948-74F7-CDF5-93D5-D2B7EF79B80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4FC4F9-9957-B50D-FF4C-DDB4840468A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96FC4B-479B-A4C3-3F60-5480D8AAA0F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15994A-6FFB-EABA-C334-F0CC37474D3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BB8424F-A503-3F1F-95B2-69C507ECA66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FC9FBF3-8950-BD1D-6B73-80EC35462D82}"/>
              </a:ext>
            </a:extLst>
          </p:cNvPr>
          <p:cNvSpPr txBox="1"/>
          <p:nvPr/>
        </p:nvSpPr>
        <p:spPr>
          <a:xfrm>
            <a:off x="3832112" y="21309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“彐”变体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2FDC4E-B890-226E-2C71-3480F1465D4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D1AA47-2B70-F7BC-A2A6-6F40F811399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B04A72-D813-1BB2-440C-A2E840CD49C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彘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03844B-6DD5-15A7-A541-71D0EF21548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彑</a:t>
            </a:r>
          </a:p>
        </p:txBody>
      </p:sp>
    </p:spTree>
    <p:extLst>
      <p:ext uri="{BB962C8B-B14F-4D97-AF65-F5344CB8AC3E}">
        <p14:creationId xmlns:p14="http://schemas.microsoft.com/office/powerpoint/2010/main" val="2697399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0632F-4955-9DBF-E821-EBF3D3DA5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88EF8-184C-5F4A-DE35-237BE6B4D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E5EC11-85CB-409A-64F8-A869D338A3DB}"/>
              </a:ext>
            </a:extLst>
          </p:cNvPr>
          <p:cNvSpPr txBox="1"/>
          <p:nvPr/>
        </p:nvSpPr>
        <p:spPr>
          <a:xfrm>
            <a:off x="1264274" y="3789040"/>
            <a:ext cx="57419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if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54CA84-D07F-8028-8703-A71944F5F6B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DAB28FD-AE3C-FE13-18BF-5AF7A31F42E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A92FD7-87CF-EE14-9588-517547EA2AA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CDA125-9472-C1A3-4329-7FC69BC7526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2242DB-6C42-C813-C684-FBC6E7B6A23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A11178A-E533-0BC3-2AA5-336615E9D12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546B45C-5824-5A5F-435A-A89F3BAC6058}"/>
              </a:ext>
            </a:extLst>
          </p:cNvPr>
          <p:cNvSpPr txBox="1"/>
          <p:nvPr/>
        </p:nvSpPr>
        <p:spPr>
          <a:xfrm>
            <a:off x="3832112" y="2130985"/>
            <a:ext cx="1697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臣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en-US" dirty="0"/>
              <a:t>𦣞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A437A9-B7A9-558F-60E9-B00C0F7FB54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674646-2996-5A3F-0D58-C12720325E8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451DB1-86B7-22F6-E6E6-E1311246F8E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wo4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83733F-70CE-9BDA-AC18-B91A5E07312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</a:p>
        </p:txBody>
      </p:sp>
    </p:spTree>
    <p:extLst>
      <p:ext uri="{BB962C8B-B14F-4D97-AF65-F5344CB8AC3E}">
        <p14:creationId xmlns:p14="http://schemas.microsoft.com/office/powerpoint/2010/main" val="3826772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A5F99-DA32-6D74-5C0C-494BAAEB4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802F6-A022-923D-5585-D3CF3633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赤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692F32-D8BA-330C-BCF2-CD5F5784391F}"/>
              </a:ext>
            </a:extLst>
          </p:cNvPr>
          <p:cNvSpPr txBox="1"/>
          <p:nvPr/>
        </p:nvSpPr>
        <p:spPr>
          <a:xfrm>
            <a:off x="1264274" y="3789040"/>
            <a:ext cx="5886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1FA7B5-2043-2FCE-1EBF-F59E6761407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AE3FEF-D24D-998B-26F5-B183D73412C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56C866-8D34-8F79-47DA-071073E470D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F20077-0B57-0927-D57F-31899C39E97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0AEDDC-F0C2-7FA6-F801-AC93A543417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7441E7F-955B-F886-A060-23751749D74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44C05D4-71A0-AD9C-6815-171F871EB762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6F18F4-27C7-3B25-935B-088246BA04A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41CF19-888E-8CED-57E5-5769E650BF9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2A39C2-D164-CD79-42AD-57132FD13AB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赫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he4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82D836-0A07-6C16-C4DF-CEA8534A179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赤</a:t>
            </a:r>
          </a:p>
        </p:txBody>
      </p:sp>
    </p:spTree>
    <p:extLst>
      <p:ext uri="{BB962C8B-B14F-4D97-AF65-F5344CB8AC3E}">
        <p14:creationId xmlns:p14="http://schemas.microsoft.com/office/powerpoint/2010/main" val="1391440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186D-12E5-E8AC-666B-E1485971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08C72-D267-6DC9-5E30-91C0DF8F5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赤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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5ED1F9-808A-EDA5-CD4A-6A9866062809}"/>
              </a:ext>
            </a:extLst>
          </p:cNvPr>
          <p:cNvSpPr txBox="1"/>
          <p:nvPr/>
        </p:nvSpPr>
        <p:spPr>
          <a:xfrm>
            <a:off x="1264274" y="3789040"/>
            <a:ext cx="7617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C67B5C-6D0F-B3A9-2908-F3208EB6E97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3330BE-7964-4B0F-C3E0-F61A89C1F15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13483E-0DA1-C836-5796-030C3E8C23D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179242-F533-7413-506B-9C712B8BA53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D6053F-A9B8-F930-E8BC-5854C0F6FAF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96152C3-9E9D-7A1A-AD5D-DB264060B44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6CC14E4-4135-1520-11D1-16AB433478FD}"/>
              </a:ext>
            </a:extLst>
          </p:cNvPr>
          <p:cNvSpPr txBox="1"/>
          <p:nvPr/>
        </p:nvSpPr>
        <p:spPr>
          <a:xfrm>
            <a:off x="3832112" y="2130985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春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次取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2D5D0F-526C-F6E3-908A-0E48EE71066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F6D084-F280-AED1-9FE0-A4C1BD6DA035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847E9A-7746-9FE0-56F4-4D578909708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奉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fg4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89568F-83B1-AC47-E100-E6CBD027262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zh-CN" sz="13800" dirty="0">
                <a:solidFill>
                  <a:srgbClr val="FFC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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7013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7FC2E-B012-6E56-66C0-6A7CA9B56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4A9D9-A887-6409-A2EA-0EEC78526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赤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F7FE28-82CA-E298-78F4-E402BAB90A7D}"/>
              </a:ext>
            </a:extLst>
          </p:cNvPr>
          <p:cNvSpPr txBox="1"/>
          <p:nvPr/>
        </p:nvSpPr>
        <p:spPr>
          <a:xfrm>
            <a:off x="1264274" y="3789040"/>
            <a:ext cx="53412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1682CD-578F-CEB3-8340-65C82243BB4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EBBD3A-F645-4979-D350-60AF30FEE60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02FAC1-E814-C41D-EB63-5899F60F054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BE014A-BBA3-B341-11B6-6D873DEFE54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8411A72-8A91-F81A-5A7C-A96EAE77ECA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E3DBD5D-FB56-3A36-7710-18BC41A0899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F84AA4F-7F22-C283-8FD7-9EA3489EEE7F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尺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4B25C0-A218-8B30-3E4F-607C5F3E5FE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7D94B0-692A-5FD3-597F-8F3C88E261E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0C2A70-4840-8D29-9F9A-06B23E9E662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咫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vi3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F4810F-E6BC-8D08-3336-3D74AFAF070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6226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38E47-C879-CCC8-0236-2D8A0924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3805AC-CFF7-9095-556A-5FFB145D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巾廴冂几𠘨卩己见斤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7C73AA-7AD1-BE56-4750-906F0F2F2362}"/>
              </a:ext>
            </a:extLst>
          </p:cNvPr>
          <p:cNvSpPr txBox="1"/>
          <p:nvPr/>
        </p:nvSpPr>
        <p:spPr>
          <a:xfrm>
            <a:off x="1264274" y="3789040"/>
            <a:ext cx="6174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DBB4AA-90F1-1A60-B01D-CD1D71B8390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70B37B-3213-0835-2D75-E95C7B77F0E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9DF85B-9F3D-EB95-1FE1-717D2A48DB2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9E0A14-D501-7E8F-E664-0FF07286099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0D8B49-BA4C-61CE-F3A1-96883DBB592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F5625EF-FC04-F8DB-A5D4-75430845776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C3A629F-B2CC-E21B-C716-2AE7A7049862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金钅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523AD0-703B-4F39-298A-9D4B5B8A914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83B28E-910C-68C5-0D77-27C399154E5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4039F7-2D83-7E97-51F8-C08F5DCDDFD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铁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F52A07-D0A2-811B-B01D-5687BCF9B2B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金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981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1E5DB-6C19-DF76-02F3-9829BDC95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F2E8D-FF3C-DEEF-0272-81AB32FB3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廴冂几𠘨卩己见斤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600F1C-D0A0-B9FB-6915-84AC739D794A}"/>
              </a:ext>
            </a:extLst>
          </p:cNvPr>
          <p:cNvSpPr txBox="1"/>
          <p:nvPr/>
        </p:nvSpPr>
        <p:spPr>
          <a:xfrm>
            <a:off x="1264274" y="3789040"/>
            <a:ext cx="75693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D3947F-A792-468D-9AE5-1FD3CFF84C0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414623-F4E5-7086-BEED-B3AA9920D87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9DC7F9-86C9-B8A9-969D-C8011FFDA17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FB6587-875E-8044-8C9B-1E7FB4D1BE7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94DCCC-45F2-F294-4FFA-177D84BEDF5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E11F46-1D08-712C-AAF9-C68D11A45B9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489F2EE-3643-29B1-1EB9-64EE10AE2D9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巾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63C2A4-22A3-9CB1-D8D5-303990C5C2E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B3BE9E-BA52-0128-7139-B1B86224CB5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8477CF-8A25-C5F9-6F34-BD157008433F}"/>
              </a:ext>
            </a:extLst>
          </p:cNvPr>
          <p:cNvSpPr txBox="1"/>
          <p:nvPr/>
        </p:nvSpPr>
        <p:spPr>
          <a:xfrm>
            <a:off x="6108910" y="1787617"/>
            <a:ext cx="20626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9F66AF-D56E-AF99-8977-6B0362F4D01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巾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7199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6DE76-4D49-44E0-A67F-28003AE5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E8FA1-CE02-4AEB-219B-E53D9766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B39CFF-EF97-8087-101D-6294399442CE}"/>
              </a:ext>
            </a:extLst>
          </p:cNvPr>
          <p:cNvSpPr txBox="1"/>
          <p:nvPr/>
        </p:nvSpPr>
        <p:spPr>
          <a:xfrm>
            <a:off x="1264274" y="3789040"/>
            <a:ext cx="67839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jz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1CE42C-3BF3-DD24-E6F8-B7E2834515F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51A266-D0F5-734C-9A50-7EE21CEF0AB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6080B7-FCB2-9B18-3213-EF5559DF034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774F03-6511-227F-D5A7-61AAB0031DE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E27DA6-A80D-F9E0-9578-05C6E924E0A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0A8922D-D486-67A7-AE5C-8A34F6F2FEC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1CBA486-2D23-9C12-6312-68F5E588E1C5}"/>
              </a:ext>
            </a:extLst>
          </p:cNvPr>
          <p:cNvSpPr txBox="1"/>
          <p:nvPr/>
        </p:nvSpPr>
        <p:spPr>
          <a:xfrm>
            <a:off x="3832112" y="2130985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建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无视“</a:t>
            </a:r>
            <a:r>
              <a:rPr lang="en-US" altLang="zh-CN" sz="2000" dirty="0">
                <a:latin typeface="+mn-ea"/>
              </a:rPr>
              <a:t>yin2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有一定优先性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F4DA01-0CA9-9353-32A6-83DC2EDAF91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96C316-B483-2D67-BD54-BE37D86E465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B07622-25FA-BE42-6D09-87A2DCE25EF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延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yj2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57B2BD-2A84-F759-620A-32027413610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7575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7287-E761-9BE8-DFFF-B980F705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BF355-C650-7327-EF4C-B0DDD1F2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几𠘨卩己见斤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1F4312-EE9B-F1E1-1D41-88C55FB7140A}"/>
              </a:ext>
            </a:extLst>
          </p:cNvPr>
          <p:cNvSpPr txBox="1"/>
          <p:nvPr/>
        </p:nvSpPr>
        <p:spPr>
          <a:xfrm>
            <a:off x="1264274" y="3789040"/>
            <a:ext cx="59663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jt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81E442-8BD5-23ED-2729-FE4143E94F9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5F857A-49CF-EF5A-13A8-7FA1091AE60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EB4D03-E577-3897-E254-54313DE1A6B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5220B5-2389-BB54-248D-59392D911DB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A97DFA-F0EF-5627-027E-13EE167B273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B7C05EC-E043-1672-EE4A-11E422AB288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D6A1E0C-0A2B-3D20-374F-6CD2F04824C7}"/>
              </a:ext>
            </a:extLst>
          </p:cNvPr>
          <p:cNvSpPr txBox="1"/>
          <p:nvPr/>
        </p:nvSpPr>
        <p:spPr>
          <a:xfrm>
            <a:off x="3832112" y="213098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冂</a:t>
            </a:r>
            <a:r>
              <a:rPr lang="en-US" altLang="zh-CN" sz="2000" dirty="0">
                <a:latin typeface="+mn-ea"/>
              </a:rPr>
              <a:t>jiong3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F89859-F1CD-7A26-9086-CE295FB4DB1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CC0D89-6DA8-439C-FDCF-C7FB9A55102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4DFE52-55A7-FBA0-5FE9-CF080B70DBA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wh3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5F3342-BBEA-EC68-17BF-DD93378ED59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冂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6981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B87AE-F604-4122-E012-1ADB2683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32F41-1F24-920F-F7CF-B8E558B39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9E5FD2-F69A-77EB-704E-459C7DD4480B}"/>
              </a:ext>
            </a:extLst>
          </p:cNvPr>
          <p:cNvSpPr txBox="1"/>
          <p:nvPr/>
        </p:nvSpPr>
        <p:spPr>
          <a:xfrm>
            <a:off x="1264274" y="3789040"/>
            <a:ext cx="54213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8A2C3A-17F3-DDE9-1424-C11F628203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DAC685-3702-B2C1-570A-7161C08D18A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896BD2-4037-CF8D-6FE6-F1341F00CFC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41276B-0BC0-A253-BB43-7A51682CC99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45B83A-992A-F8CA-AFEF-8C7BF5B262D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52D8EC7-6C76-D458-F501-231C52E6B3C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EE5EE6D-74D8-6051-5EB1-F4E1D2D6B73E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几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89D1BD-F5C2-6A49-7B0B-62AF9D24B03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F0B152-383A-A57A-93A0-187FBD7822D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826173-03B1-8339-97EB-83E62C7887A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凡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fj2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A61908-4E84-458B-680B-62B814FE3F3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几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1179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A33A-6322-59F0-3A31-FEFDC3DF6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0D682-30F8-5A7C-92D4-7A23217A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5C2D7C-5087-36D2-8C96-CA8EB51748E3}"/>
              </a:ext>
            </a:extLst>
          </p:cNvPr>
          <p:cNvSpPr txBox="1"/>
          <p:nvPr/>
        </p:nvSpPr>
        <p:spPr>
          <a:xfrm>
            <a:off x="1264274" y="3789040"/>
            <a:ext cx="58221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jf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8DBA0D-9A9A-A2A0-E01D-6CD3E2FAE55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341A19-291D-02E5-F2A4-E57D0D5C7C8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FA447A-273E-2C26-9428-01DC8AF6B1F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06C825-7C34-1248-9179-6E3B76F3C9C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4B02C0-BF9D-5E45-D735-A8F39815272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E68277F-3C37-5314-8609-12B21292426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45AA1F6-B37C-42BE-EF35-E5BB004EF330}"/>
              </a:ext>
            </a:extLst>
          </p:cNvPr>
          <p:cNvSpPr txBox="1"/>
          <p:nvPr/>
        </p:nvSpPr>
        <p:spPr>
          <a:xfrm>
            <a:off x="3832112" y="2130985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风字框，“几”变体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323542-83A8-B033-7D9A-21453665F60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7F3A52-810A-8D28-E12F-3497EE200EC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C0AB2D-6802-CF7F-144E-53A0B5352BB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hd2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BABCB1-3C6D-6950-4625-A626FDF6B358}"/>
              </a:ext>
            </a:extLst>
          </p:cNvPr>
          <p:cNvSpPr txBox="1"/>
          <p:nvPr/>
        </p:nvSpPr>
        <p:spPr>
          <a:xfrm>
            <a:off x="858884" y="1535417"/>
            <a:ext cx="1659429" cy="186204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15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endParaRPr lang="zh-CN" altLang="en-US" sz="166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6241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B831-92EB-59AE-02CC-E33430226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3AB19-89EE-72BF-3D7A-B5F5B8DC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08DC30-59F5-4B1E-4B11-21C6D651414B}"/>
              </a:ext>
            </a:extLst>
          </p:cNvPr>
          <p:cNvSpPr txBox="1"/>
          <p:nvPr/>
        </p:nvSpPr>
        <p:spPr>
          <a:xfrm>
            <a:off x="1264274" y="3789040"/>
            <a:ext cx="6046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1522D5-78D6-BE75-2DC7-722D36D5166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6BB8F9-9F24-AD84-546D-096EEBD6B7A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8684E7-C94B-C7C3-41FD-F09BD569D14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CD0F2B-EDE5-F9E5-C6A5-0275826AE15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EC792E-C277-1FFD-0F17-0E4FF4098E5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768748-700C-7B5A-E8F2-EECBEC0D832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A95072F-E980-9478-5629-311A706B8687}"/>
              </a:ext>
            </a:extLst>
          </p:cNvPr>
          <p:cNvSpPr txBox="1"/>
          <p:nvPr/>
        </p:nvSpPr>
        <p:spPr>
          <a:xfrm>
            <a:off x="3832112" y="213098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卩</a:t>
            </a:r>
            <a:r>
              <a:rPr lang="en-US" altLang="zh-CN" sz="2000" dirty="0">
                <a:latin typeface="+mn-ea"/>
              </a:rPr>
              <a:t>jie2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EA6DD0-A1CF-0837-75E5-885C80FABE8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051316-C311-20C9-D948-294A2ADA578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DAAB3D-4158-D08A-640D-DCB9CE23D91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却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qt4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6BD4CD-BF82-2C43-DB20-18A4229D871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卩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6839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F0733-D53A-AEEE-FC19-2CFF4506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42458-1C20-33E2-3AED-81A93CB5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己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2A354E-4DE8-059D-39B2-BDCCA1A4C685}"/>
              </a:ext>
            </a:extLst>
          </p:cNvPr>
          <p:cNvSpPr txBox="1"/>
          <p:nvPr/>
        </p:nvSpPr>
        <p:spPr>
          <a:xfrm>
            <a:off x="1264274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BCD6C5-DCC6-94DD-7E60-31257717920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770F5-2A8B-BE29-6F8F-9CA5E93E06E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62A7F8-02AF-1603-4A46-C247542DA38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32CD96-CBBE-8ED7-80E6-7F4CD37C443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D1460A-A0C3-81B0-A519-4D8F0FB47DC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D17A6FB-FE6B-E480-E85F-3EFCA3B06AD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5F88933-56B2-7FBE-5B31-3F1E6C0BDA9E}"/>
              </a:ext>
            </a:extLst>
          </p:cNvPr>
          <p:cNvSpPr txBox="1"/>
          <p:nvPr/>
        </p:nvSpPr>
        <p:spPr>
          <a:xfrm>
            <a:off x="3832112" y="21309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己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C38787-E6D5-E66E-C6BB-F1F1BF6D544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B75224-BF52-BB51-8AD2-4CAFC7C4CB9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39B98A-EB7F-D046-DA0D-43E57B261BC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9C7E0A-735F-2762-DFB7-7A1C230355C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己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780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37676-2FB5-5740-9832-249F7C7D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E56FD6-66A0-F715-8C4C-6F1EF28E8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卩己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B86D6A-5B11-B42C-9BE2-8B2F697819C4}"/>
              </a:ext>
            </a:extLst>
          </p:cNvPr>
          <p:cNvSpPr txBox="1"/>
          <p:nvPr/>
        </p:nvSpPr>
        <p:spPr>
          <a:xfrm>
            <a:off x="1264274" y="3789040"/>
            <a:ext cx="95731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2481AF-91B7-E2C8-EBFE-6A3623F81DC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53A208-58E2-718A-9D04-CC9FBE7BE5E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7EC43D-0D32-8A1D-85AA-CF2CC1CF0CF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7E94B4-50E5-8609-95C3-38C04899580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DDE97F-486B-5657-949A-770B92BC22D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63F72B2-0CC3-F11A-AE11-C7E403E9DA0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DF00F19-A4D8-D9E4-60A2-38CE2C82F5F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见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BA1B49-CC4F-7658-72ED-C3B87BB9024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6CB1CE-F435-D7AC-B31C-F4681D0E2A0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97BE41-DC80-B2CE-60F4-C345DF04861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觐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jn4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D9F564-002C-F440-26CD-B5497D08BF6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4986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CF80-62F2-8A3F-6B22-B3304D36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358F1-0DEC-3EA2-DA32-F8F845FA6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卩己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C8B639-BD77-4F72-4C6D-BAE423386EFC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51A826-E666-B26F-0378-571EC22EA6B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0FEE3B-2F5D-5CD3-2C60-2C3FBD9D71B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585B510-753A-BA15-138B-073B5BA1A20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660D0A-7A90-8AD0-ED2D-FF1261B3480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E08083-2926-FD91-9D60-085F7364702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34383F-3945-DDDA-E63F-07F1A7D79CE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5EE3940-3491-F627-ABC4-639C56DBBB7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B20D29-378B-6263-528D-ECBF6EC50D5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83C5F7-803E-B99B-43CE-AA73F282BCA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752031-91EF-36F2-9A8F-C5ECF789C24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斯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A1D378-16C6-BF8A-17A3-2E807B68315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斤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3987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56313-A306-AFD6-07BF-E7AF1A14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46E82-711F-F264-68EE-F4A8C7F7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卩己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斤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344C9D-8DD6-8BF2-39DD-D5109A6D2083}"/>
              </a:ext>
            </a:extLst>
          </p:cNvPr>
          <p:cNvSpPr txBox="1"/>
          <p:nvPr/>
        </p:nvSpPr>
        <p:spPr>
          <a:xfrm>
            <a:off x="1264274" y="3789040"/>
            <a:ext cx="7681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jd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780C50-8E04-B49B-DF55-9D064F56236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150F14-8345-DBFA-EF3E-8346DE1E95C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364B2E-AD95-73D8-832E-A5747F03686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D47E8D-9174-4943-2C52-754B7223E7C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5362D6-30EC-AC2B-56B1-37DEF9575CB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8C80A4D-A505-8584-89F4-B3E85E5C650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829FDB7-2685-5344-AD64-94F677B4F34C}"/>
              </a:ext>
            </a:extLst>
          </p:cNvPr>
          <p:cNvSpPr txBox="1"/>
          <p:nvPr/>
        </p:nvSpPr>
        <p:spPr>
          <a:xfrm>
            <a:off x="3832112" y="2130985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皀</a:t>
            </a:r>
            <a:r>
              <a:rPr lang="en-US" altLang="zh-CN" sz="2000" dirty="0">
                <a:latin typeface="+mn-ea"/>
              </a:rPr>
              <a:t>ji2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AF87A3-142E-12D9-F0E5-4EC1FBC5311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5BB569-5C67-5EC0-8A78-5BC74EE9DF6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519F14-18F5-F5FC-0249-8379DA949CD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既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31F571-BEAE-88D2-818A-AC4F12E8CC6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27DD552-EDE5-92E3-B78E-1ABB29155533}"/>
              </a:ext>
            </a:extLst>
          </p:cNvPr>
          <p:cNvSpPr txBox="1"/>
          <p:nvPr/>
        </p:nvSpPr>
        <p:spPr>
          <a:xfrm>
            <a:off x="3952667" y="2542274"/>
            <a:ext cx="185524" cy="337787"/>
          </a:xfrm>
          <a:custGeom>
            <a:avLst/>
            <a:gdLst/>
            <a:ahLst/>
            <a:cxnLst/>
            <a:rect l="l" t="t" r="r" b="b"/>
            <a:pathLst>
              <a:path w="85725" h="173236">
                <a:moveTo>
                  <a:pt x="68759" y="0"/>
                </a:moveTo>
                <a:lnTo>
                  <a:pt x="81260" y="10716"/>
                </a:lnTo>
                <a:lnTo>
                  <a:pt x="74117" y="16967"/>
                </a:lnTo>
                <a:lnTo>
                  <a:pt x="74117" y="74117"/>
                </a:lnTo>
                <a:cubicBezTo>
                  <a:pt x="74117" y="80665"/>
                  <a:pt x="74414" y="89000"/>
                  <a:pt x="75010" y="99120"/>
                </a:cubicBezTo>
                <a:lnTo>
                  <a:pt x="62508" y="105371"/>
                </a:lnTo>
                <a:lnTo>
                  <a:pt x="62508" y="91976"/>
                </a:lnTo>
                <a:lnTo>
                  <a:pt x="15181" y="91976"/>
                </a:lnTo>
                <a:lnTo>
                  <a:pt x="15181" y="155377"/>
                </a:lnTo>
                <a:cubicBezTo>
                  <a:pt x="24110" y="152996"/>
                  <a:pt x="40482" y="148233"/>
                  <a:pt x="64294" y="141089"/>
                </a:cubicBezTo>
                <a:cubicBezTo>
                  <a:pt x="57746" y="131564"/>
                  <a:pt x="48816" y="121444"/>
                  <a:pt x="37505" y="110729"/>
                </a:cubicBezTo>
                <a:lnTo>
                  <a:pt x="40184" y="108050"/>
                </a:lnTo>
                <a:cubicBezTo>
                  <a:pt x="68759" y="125909"/>
                  <a:pt x="83493" y="136773"/>
                  <a:pt x="84386" y="140643"/>
                </a:cubicBezTo>
                <a:cubicBezTo>
                  <a:pt x="85279" y="144512"/>
                  <a:pt x="85725" y="147936"/>
                  <a:pt x="85725" y="150912"/>
                </a:cubicBezTo>
                <a:cubicBezTo>
                  <a:pt x="85725" y="155079"/>
                  <a:pt x="84981" y="158354"/>
                  <a:pt x="83493" y="160735"/>
                </a:cubicBezTo>
                <a:cubicBezTo>
                  <a:pt x="82005" y="163116"/>
                  <a:pt x="80963" y="164307"/>
                  <a:pt x="80368" y="164307"/>
                </a:cubicBezTo>
                <a:cubicBezTo>
                  <a:pt x="79177" y="164307"/>
                  <a:pt x="77986" y="163116"/>
                  <a:pt x="76796" y="160735"/>
                </a:cubicBezTo>
                <a:cubicBezTo>
                  <a:pt x="74414" y="156568"/>
                  <a:pt x="71140" y="151210"/>
                  <a:pt x="66973" y="144661"/>
                </a:cubicBezTo>
                <a:cubicBezTo>
                  <a:pt x="43160" y="154186"/>
                  <a:pt x="28873" y="160288"/>
                  <a:pt x="24110" y="162967"/>
                </a:cubicBezTo>
                <a:cubicBezTo>
                  <a:pt x="19348" y="165646"/>
                  <a:pt x="14585" y="169069"/>
                  <a:pt x="9823" y="173236"/>
                </a:cubicBezTo>
                <a:lnTo>
                  <a:pt x="0" y="159842"/>
                </a:lnTo>
                <a:cubicBezTo>
                  <a:pt x="1786" y="156270"/>
                  <a:pt x="2977" y="151805"/>
                  <a:pt x="3572" y="146447"/>
                </a:cubicBezTo>
                <a:lnTo>
                  <a:pt x="3572" y="33933"/>
                </a:lnTo>
                <a:cubicBezTo>
                  <a:pt x="3572" y="21432"/>
                  <a:pt x="3275" y="10418"/>
                  <a:pt x="2679" y="893"/>
                </a:cubicBezTo>
                <a:lnTo>
                  <a:pt x="15181" y="8037"/>
                </a:lnTo>
                <a:lnTo>
                  <a:pt x="61615" y="8037"/>
                </a:lnTo>
                <a:lnTo>
                  <a:pt x="68759" y="0"/>
                </a:lnTo>
                <a:close/>
                <a:moveTo>
                  <a:pt x="15181" y="13395"/>
                </a:moveTo>
                <a:lnTo>
                  <a:pt x="15181" y="45542"/>
                </a:lnTo>
                <a:lnTo>
                  <a:pt x="62508" y="45542"/>
                </a:lnTo>
                <a:lnTo>
                  <a:pt x="62508" y="13395"/>
                </a:lnTo>
                <a:lnTo>
                  <a:pt x="15181" y="13395"/>
                </a:lnTo>
                <a:close/>
                <a:moveTo>
                  <a:pt x="15181" y="50900"/>
                </a:moveTo>
                <a:lnTo>
                  <a:pt x="15181" y="86618"/>
                </a:lnTo>
                <a:lnTo>
                  <a:pt x="62508" y="86618"/>
                </a:lnTo>
                <a:lnTo>
                  <a:pt x="62508" y="50900"/>
                </a:lnTo>
                <a:lnTo>
                  <a:pt x="15181" y="509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0805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0C759-4754-4864-790A-45E2514C8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532F7-E584-149B-0425-173B9DFDC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又舌用角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D7D7E6-71A1-B748-38A6-9C8448503E20}"/>
              </a:ext>
            </a:extLst>
          </p:cNvPr>
          <p:cNvSpPr txBox="1"/>
          <p:nvPr/>
        </p:nvSpPr>
        <p:spPr>
          <a:xfrm>
            <a:off x="1264274" y="3789040"/>
            <a:ext cx="9188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49E20B-4268-5EE6-E3BD-4AB9F5C4B97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C4BE4A-7FF4-127F-0396-1F4810F7DF7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E4B496-E557-3B00-FD4E-3DCD45BF001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3FB937-6714-56B9-A6A2-8EB99F4968F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AEE561-9915-08A5-BC36-59DEDA83B08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55AE375-DBE1-0559-160E-9F12332D32A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270D093-E718-4B6C-BE78-B5A6A13F9234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口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5C3E15-E31E-EFBF-5537-C1B2B8C8D95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345CB5-470A-90C1-34D4-E6620C74BED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ED3D4E-7494-CD6A-F8DE-1EA74E3BF82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叹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tj4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04F966-4E50-1C8A-5815-2D174941336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2510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8394-220C-1210-675A-9CFC753A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01061-15CE-61BC-E8C2-30255686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舌用角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689CEB-E0F8-9101-4635-1F7F588BAF09}"/>
              </a:ext>
            </a:extLst>
          </p:cNvPr>
          <p:cNvSpPr txBox="1"/>
          <p:nvPr/>
        </p:nvSpPr>
        <p:spPr>
          <a:xfrm>
            <a:off x="1264274" y="3789040"/>
            <a:ext cx="89479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ky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7CA34B-7296-4F18-5DBB-8EFB5F92D52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AA5E28-95E2-9A26-1732-77FA4B4173B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A06253-59EF-2473-4B90-99FF048C0D8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F4731F-C461-1DEB-F74E-393C7F5BC32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151CAB-4C7E-1157-5B22-B922EBE3278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723A7EC-6478-F854-B30F-A1E312B9128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9DD467B-8BB7-99D1-A310-5CFCE948FF88}"/>
              </a:ext>
            </a:extLst>
          </p:cNvPr>
          <p:cNvSpPr txBox="1"/>
          <p:nvPr/>
        </p:nvSpPr>
        <p:spPr>
          <a:xfrm>
            <a:off x="3832112" y="21309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口又 似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9FF532-0757-97BC-CEFC-93194A051A9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C452C8-8472-3E8B-2769-BA24C14C857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298D7E-6B42-F40F-16DF-720F69C70BC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fj3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65E547-7017-1F18-61D0-A4D7EBE4A67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又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2394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8CD49-D166-3B84-B82F-9C4BEE03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7991C-6513-677A-3CE8-E117FB095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舌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用角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FDAEA45-9A62-5769-45D2-A271F799EA06}"/>
              </a:ext>
            </a:extLst>
          </p:cNvPr>
          <p:cNvSpPr txBox="1"/>
          <p:nvPr/>
        </p:nvSpPr>
        <p:spPr>
          <a:xfrm>
            <a:off x="1264274" y="3789040"/>
            <a:ext cx="91082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69D327-C91A-1C5F-284E-7A19C0A2EB4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3382E3-E2D1-AA0B-4584-6594F9640E3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1BEB22-0713-7833-8419-FD9DB927AFD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1C6412-BCAF-D1C8-801B-D9323EEDEE9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B71E9D-7B7D-F743-762A-F33CD9EBA16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ED37C1F-1DB7-FF2A-B95F-BDEDE446855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7E56291-05C7-D9C0-F016-68495E405AED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口舌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D28454-EC1F-0B9E-BC1A-ABC88FE93BE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C4FD4A-A752-60E3-F409-02D7F67502A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BCD5C5-8F4D-F340-118E-2BBD18C02A6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tm2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ED73A5-F819-530C-04BE-B49478DD594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舌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5208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8016F-2643-23AA-EEC2-148B9A71D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B3FB7-09A9-7777-C7F4-2588F0DD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又舌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角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15AD7E-17FB-AEA4-5494-7C679EC2A611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07765D-99A8-7405-7570-1FFE932FB81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1BF57A-F100-0A8B-B558-5FA9F1FE9F9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EDEF3B-4845-F455-C3FF-361B2DFBEE0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DE43DD-3E21-1B96-1A66-47F6FD49BC8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60379E-FD2F-0038-9F19-22D8B61AF31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F193049-D6C8-6F1E-243E-D1DE36F1014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AE541AD-6CA3-E8F0-2611-087E07DBC4D3}"/>
              </a:ext>
            </a:extLst>
          </p:cNvPr>
          <p:cNvSpPr txBox="1"/>
          <p:nvPr/>
        </p:nvSpPr>
        <p:spPr>
          <a:xfrm>
            <a:off x="3832112" y="21309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又用 似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5CF21D-BCDA-C3FF-768B-1D94CAAC62A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118B82-4218-1295-F55D-33FC2D55A55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1EAF7B-25D5-D23C-ADB4-C8E0111F140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甭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bg2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317CB4-00A3-F5DC-3D32-3949C95B3E3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1635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286C9-49DF-0B06-7DB1-B7AD632E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6FF24-10B4-264F-E9F0-37DFF8A5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又舌用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角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A00B85-3740-C37D-7D3D-F1477E2C6D0B}"/>
              </a:ext>
            </a:extLst>
          </p:cNvPr>
          <p:cNvSpPr txBox="1"/>
          <p:nvPr/>
        </p:nvSpPr>
        <p:spPr>
          <a:xfrm>
            <a:off x="1264274" y="3789040"/>
            <a:ext cx="71526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0BA999-C61F-D126-8ADD-A69417D65F3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654013-4198-BFE0-2E7A-A0C2E821016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A9031F-B2C9-C1DE-15B4-06A94F6F16A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E2DE6E-FD27-78BE-A25E-37C4E8956B8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EC8B12-B6D9-EBDE-D3CD-47567684CAF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2E5A693-EA7F-3966-B73C-9653EE258CC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FEBF2CE-4D3E-8195-916A-356FAE241F77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用角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2F406D-17C2-D3BE-D308-0E7068019E5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B9E77A-EFE9-CDCF-1227-17356D17D4D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1BA789-7151-88CD-FE30-412A26BE6FA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jx3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6E108C-F6D6-78F6-E096-6FAC8FBBA8F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角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4036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C71E9-28AD-8CB5-96B1-72C0ADE6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87546-D4DF-EE5E-5A78-3620B3E80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2897ED-F3A3-71D9-2569-8F4173333067}"/>
              </a:ext>
            </a:extLst>
          </p:cNvPr>
          <p:cNvSpPr txBox="1"/>
          <p:nvPr/>
        </p:nvSpPr>
        <p:spPr>
          <a:xfrm>
            <a:off x="1264274" y="3789040"/>
            <a:ext cx="75052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10E5C1-F70E-620F-504F-3033634A061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D7E28F-ED2E-DF81-98DF-EC9A057CA3E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1C4D65-48D0-B303-DCD8-28ED63D4549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26EC38-850E-46BD-C2E8-E919B785286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C0BABC-13EF-0D18-D9E9-0FA49F1EC5C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F73FEF0-56B5-6117-080A-A95C6AC63B7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1D3B596-C626-45BF-2651-B9D814A9B4F8}"/>
              </a:ext>
            </a:extLst>
          </p:cNvPr>
          <p:cNvSpPr txBox="1"/>
          <p:nvPr/>
        </p:nvSpPr>
        <p:spPr>
          <a:xfrm>
            <a:off x="3832112" y="2130985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优化分配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仅“数”一字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A4C04B-51DF-2845-C69E-3272C19A18A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F582F8-C1F0-4C78-7919-2F8D453274E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DDB06F-F9C9-6EF4-05EF-62F3B95CC54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D1448B-99E8-A25D-7356-48CDCFAF360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6219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B1EAD-1793-5E97-DE8E-54090C20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D7D96-A387-EEC9-7EE0-B7248EE84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勹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9F7BBB-3D01-AC37-8FCC-3301195B649E}"/>
              </a:ext>
            </a:extLst>
          </p:cNvPr>
          <p:cNvSpPr txBox="1"/>
          <p:nvPr/>
        </p:nvSpPr>
        <p:spPr>
          <a:xfrm>
            <a:off x="1264274" y="3789040"/>
            <a:ext cx="7264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ly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7D50E8-A5DC-BCC1-4BD5-A2B207DC517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BF8873-5D1A-C27E-D2EA-99995EF04D6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CF7B25-6B27-020A-9A52-7BC319CE0F9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2CF9AE-7F69-7720-305A-36092010AD3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2AD263-7782-2E6D-C642-DE4EA057631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F6779D8-77DC-8F34-F30F-F4C3428F000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A357842-FAB8-DDD7-A5E0-8BEB8212B466}"/>
              </a:ext>
            </a:extLst>
          </p:cNvPr>
          <p:cNvSpPr txBox="1"/>
          <p:nvPr/>
        </p:nvSpPr>
        <p:spPr>
          <a:xfrm>
            <a:off x="3832112" y="21309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来自“动”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8E4736-7CCF-2A98-F899-FB49E7A2445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11DA4B-5906-F50F-EF8A-5AA7CFC43E0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1CDD3C-7E9F-2CCE-4B62-735430C187B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ol4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3B5734-827F-34E9-1DA7-7D642D9C924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云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812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7E59-126E-01C7-8060-27CAB53C1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95605-7CF9-2587-2D8B-DFCD73D9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勹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18198B-1B2C-05B0-3888-177C8E12CF1A}"/>
              </a:ext>
            </a:extLst>
          </p:cNvPr>
          <p:cNvSpPr txBox="1"/>
          <p:nvPr/>
        </p:nvSpPr>
        <p:spPr>
          <a:xfrm>
            <a:off x="1264274" y="3789040"/>
            <a:ext cx="76655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C79B0D-4532-C4B4-E4CA-FA3131E8211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086A74-2F80-E880-31D2-D95D85E466F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60C762-5D3D-887B-00EE-F7C8DA6BABA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FA599E-CEAD-D904-3B44-D4B67A78175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302AAB-C6E5-536B-17BD-6C80726DD12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B58B568-6275-552B-C577-700C59AB503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EC03B94-BDEE-6C3D-F4E7-F9A07C397EE7}"/>
              </a:ext>
            </a:extLst>
          </p:cNvPr>
          <p:cNvSpPr txBox="1"/>
          <p:nvPr/>
        </p:nvSpPr>
        <p:spPr>
          <a:xfrm>
            <a:off x="3832112" y="2130985"/>
            <a:ext cx="22520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来自解书拆分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包围结构</a:t>
            </a:r>
            <a:r>
              <a:rPr lang="en-US" altLang="zh-CN" sz="2000" dirty="0">
                <a:latin typeface="+mn-ea"/>
              </a:rPr>
              <a:t>l.</a:t>
            </a:r>
            <a:r>
              <a:rPr lang="zh-CN" altLang="en-US" sz="2000" dirty="0">
                <a:latin typeface="+mn-ea"/>
              </a:rPr>
              <a:t>（</a:t>
            </a:r>
            <a:r>
              <a:rPr lang="en-US" altLang="zh-CN" sz="2000" dirty="0">
                <a:latin typeface="+mn-ea"/>
              </a:rPr>
              <a:t>bao1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内不成字则独体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内成字则严格取外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C047DE-ECF9-0D43-DF34-C1A0937FA2E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D90A4F-FCB4-299C-C4CB-D1359B556BE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57E763-E5FC-44E4-4F1B-F4A3E5E6058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旬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xp2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2761DB-6023-A4B4-6377-5475E8634A1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勹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3693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DB2BF-A30C-5B30-17D8-277B7B52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61995-7E92-0AA0-9DAC-D615C7AA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龙老卤里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BA8078-7ACA-49DD-7A08-1DC12147FEC1}"/>
              </a:ext>
            </a:extLst>
          </p:cNvPr>
          <p:cNvSpPr txBox="1"/>
          <p:nvPr/>
        </p:nvSpPr>
        <p:spPr>
          <a:xfrm>
            <a:off x="1264274" y="3789040"/>
            <a:ext cx="538930" cy="175432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li</a:t>
            </a:r>
          </a:p>
          <a:p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908FE5-738F-351C-A861-621664802DD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BD127C-EC0C-0CF8-452D-66B3FD4147B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EF8371-193B-CEE0-B6B4-B7AD802BC15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89BCCD-CE18-5892-B2AD-798F084DB61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6448E5-0A12-2A87-BE73-E0892253BA6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D0C7086-9B78-E84A-25DA-91E98E965E8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6371AA7-6933-5708-2EB7-2F09E56703C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7539E7-1C00-A956-AFFA-CBCE3E52992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6F6C95-F8AD-CA3B-88D1-9F921D3AE52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7DA13B-4AC9-1082-467B-A94148CC360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劳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lk2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5E9021-CFA4-A6A6-CED5-5818A203CF7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力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840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0DA69-DB50-491A-333F-C546D799B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0405C-F1E4-D3C0-8406-6F30B0D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31CA59-9878-C93F-0BCC-55E77327765B}"/>
              </a:ext>
            </a:extLst>
          </p:cNvPr>
          <p:cNvSpPr txBox="1"/>
          <p:nvPr/>
        </p:nvSpPr>
        <p:spPr>
          <a:xfrm>
            <a:off x="1264274" y="3789040"/>
            <a:ext cx="6014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081ACD-E890-0DAF-4122-2DFEF00DF47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3F9D84-B804-884F-02B1-A024B64A096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4BF5E2-555B-061D-C557-7C9809A4531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3AC0B6-9573-48B0-9065-C6C0A774BF7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B02AC0-CC94-E955-6AA6-B73A962AF12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638A3B8-DEBB-D67D-F5D6-C70CD8CFB26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AA1F2C6-0317-78C0-A5FB-F981EF79622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龙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4F65FB-1A7B-D122-47AC-BB0B5B4AF6A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11CDAD-8534-DB2D-A89A-8E26143E707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971A3F-9B26-DBDC-87F8-A20456A4BC8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龛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kj1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9D9F79-B445-6028-1A8E-52879FC8939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龙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8304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E0B8F-FC96-9ADE-F0EF-AF5B2CF0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25439-4392-ADBC-5CBC-6A04372BD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64B848-47F1-C4B7-A7C7-459E130B6DAE}"/>
              </a:ext>
            </a:extLst>
          </p:cNvPr>
          <p:cNvSpPr txBox="1"/>
          <p:nvPr/>
        </p:nvSpPr>
        <p:spPr>
          <a:xfrm>
            <a:off x="1264274" y="3789040"/>
            <a:ext cx="712054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904F55-A15C-C176-FBBB-9CCFD22F322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23F006-8BEE-C07E-13E1-ED39184DFCC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5B87B1-5473-484A-5988-F11C4D8C7D5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73AFEE2-66E1-26B5-9229-CD1E12A88CF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EEAD03-06BD-A52B-19DA-B23D139611D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3129345-3E70-0450-3988-8372B17E947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11CA99D-31EC-BDC8-949F-DD4F76352F42}"/>
              </a:ext>
            </a:extLst>
          </p:cNvPr>
          <p:cNvSpPr txBox="1"/>
          <p:nvPr/>
        </p:nvSpPr>
        <p:spPr>
          <a:xfrm>
            <a:off x="3832112" y="2130985"/>
            <a:ext cx="1338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老字头 耂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有优先性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3351D3-15AB-7D2A-3C9F-A6199437E27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13E42D-1D7D-8A90-5F8A-AB7AF30202B5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422040-6951-3051-A10A-F072DDABE6C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者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ve3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336F6-55F5-1D83-44D1-F5D10BFE6D7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723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1E683-F9B0-897D-6D6C-A1B1995C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C98F6-EA55-2690-CF6F-D84F2C699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卤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374C5E-CE97-0BDA-8E47-06CF8CE997BE}"/>
              </a:ext>
            </a:extLst>
          </p:cNvPr>
          <p:cNvSpPr txBox="1"/>
          <p:nvPr/>
        </p:nvSpPr>
        <p:spPr>
          <a:xfrm>
            <a:off x="1264274" y="3789040"/>
            <a:ext cx="74251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5908C7-015F-0CFD-CFC9-7D0EBA5ECCF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FF81AA-BA01-524B-3C3E-01E0A8F003B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D2BC16-77CA-DDF1-5C7C-E09877AF1B4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38A8B1-C019-6E40-EE34-A938065C634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3D00A7-EF02-A417-36F8-CA8B0B2144B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59E9272-C39C-7E17-2C11-27F748E9FDF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2295300-85A0-ACB0-9E46-D76346F3674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41A4A6-5147-8963-DE2B-3A4594C509A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8040D6-1304-3E54-A0A6-61364609627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80F680-FD13-893B-72F5-672DA42B322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鹶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jn1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2F42CC-3763-ABD8-7856-ACF457EF1C8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卤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8046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7685-E841-2C89-DAD4-529F81958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5F1E3-7329-F556-74D2-395595E87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卤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里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B128CB-06E4-6E5B-4965-18CA60C08EAB}"/>
              </a:ext>
            </a:extLst>
          </p:cNvPr>
          <p:cNvSpPr txBox="1"/>
          <p:nvPr/>
        </p:nvSpPr>
        <p:spPr>
          <a:xfrm>
            <a:off x="1264274" y="3789040"/>
            <a:ext cx="59343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lt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CD1596-72F8-CBCA-4427-2DFF87EBE60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22C8BA-ACB3-25BB-7A8F-AB760934BA6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2EEF8A-3F43-ACF8-320D-88FAD20BA10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82BDC3-6A2D-E7A1-6E24-D752692A0E8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FEC55B-474E-6856-BE41-0AA45363363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E33D111-4259-3DA2-AD59-789426A68B4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3EDDCEB-9024-D449-1327-2EAC52B9D602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里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EAEE08-2763-E02D-A2D4-32E54570C17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12CBE1-CA2D-74A5-706B-10916EF640A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6105B1-41D0-DB08-4EB5-982AC5DBE2B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野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ye3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F18C97-89C9-B79D-E4D4-D9098ABBDE5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里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7843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9EF15-058F-748F-860E-1B5FB1D7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88881C-75F3-717B-44F3-0BB0B2764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卤里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8197F4-132A-81FF-0B85-A6641638217E}"/>
              </a:ext>
            </a:extLst>
          </p:cNvPr>
          <p:cNvSpPr txBox="1"/>
          <p:nvPr/>
        </p:nvSpPr>
        <p:spPr>
          <a:xfrm>
            <a:off x="1264274" y="3789040"/>
            <a:ext cx="6142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936170-86FE-A6D1-B60A-C2D1D073EDF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86905B-6B6A-4141-D0AF-4455CCBDD6F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05B65B-EA10-5215-3745-E14FA0C2AF8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09984EE-8AD3-5844-3D1C-B8E89AA307B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8EEF69-2853-AD79-9F88-FB23C97FECF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2BC2508-A434-477F-5517-09D504ACA43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D0FC4CB-D831-E689-5DA2-A0E74504B9C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卵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345EA2-73F6-F22D-315E-0784A270E87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F3B324-6B58-13A4-9DEE-82358846E96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68EF4B-276C-AA6A-B5AF-B3961D878C9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孵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764892-4233-91F7-37F5-D3BD3AAC2C5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7151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CDC1-F39E-1703-3FFB-191E4698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3696B-27A4-BD25-EA0C-3DF8F4444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34D771-120C-ABBD-3012-112782346FCF}"/>
              </a:ext>
            </a:extLst>
          </p:cNvPr>
          <p:cNvSpPr txBox="1"/>
          <p:nvPr/>
        </p:nvSpPr>
        <p:spPr>
          <a:xfrm>
            <a:off x="1264274" y="3789040"/>
            <a:ext cx="115288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mu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C64B1A-3559-9053-6BAD-D1C4D68075B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8DA0E6-4613-DBD2-2B63-EF78E1303F0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BA4A84-5DAC-A886-CD56-E3AD1DD438D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69BB71-2770-F375-C37A-4AB47474056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0AC6E7-7F8A-A48D-05AF-78C87000759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92D783C-1C9D-3B5E-D9DB-8BFD64EC15F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23C711A-D440-E969-C609-0C227ADDFD07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木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F44907-312F-14E7-AF4B-15B9805E588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60BC4E-3BA3-EC63-F726-EB7D36ACA7F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AA9178-9C73-7E66-A83D-387AA697AF6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11D9ED-7469-F067-3BA5-03D0A2F88D5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064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A912A-7C62-ED93-C011-3FD4E3E71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3F526-3BBF-EBFB-01C5-AFAB779F9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釆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3E2530-9D1D-2203-D34A-849BF2219AED}"/>
              </a:ext>
            </a:extLst>
          </p:cNvPr>
          <p:cNvSpPr txBox="1"/>
          <p:nvPr/>
        </p:nvSpPr>
        <p:spPr>
          <a:xfrm>
            <a:off x="1264274" y="3789040"/>
            <a:ext cx="101181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C820FD-4836-DCC8-7239-2C21F099EA1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7F1D86-1F71-346A-A57E-FB632BDB2A4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300BD9-2899-7F45-23F3-090EEA5A75C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6507F4-ABDE-6931-E42D-07F22BFF7D8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7F0480-A9FD-B2D5-5831-B79FAC5999D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D4B82EF-7CBB-E215-AC63-F8625FCF84B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4CFDA4-C952-EEB2-7402-B540E8E5EC01}"/>
              </a:ext>
            </a:extLst>
          </p:cNvPr>
          <p:cNvSpPr txBox="1"/>
          <p:nvPr/>
        </p:nvSpPr>
        <p:spPr>
          <a:xfrm>
            <a:off x="3832112" y="2130985"/>
            <a:ext cx="13676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片假</a:t>
            </a:r>
            <a:r>
              <a:rPr lang="ja-JP" altLang="en-US" sz="2000" dirty="0">
                <a:latin typeface="+mn-ea"/>
              </a:rPr>
              <a:t>ミ</a:t>
            </a:r>
            <a:r>
              <a:rPr lang="zh-CN" altLang="en-US" sz="2000" dirty="0">
                <a:latin typeface="+mn-ea"/>
              </a:rPr>
              <a:t>反转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mi</a:t>
            </a:r>
          </a:p>
          <a:p>
            <a:r>
              <a:rPr lang="en-US" altLang="zh-CN" sz="2000" dirty="0">
                <a:latin typeface="+mn-ea"/>
              </a:rPr>
              <a:t>shan1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DFCFCA-E7C8-FC93-E9E7-FA185771060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F2D72F-18C2-82E1-CBF4-00E240D0096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3BFB1C-AE1C-13BB-818F-8A9671D56C6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彩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cl3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D4CFC2-F92C-765D-9BB1-593B36875BA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彡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0899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E2071-DB88-A1D0-BD54-B6D16296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4AA24-0ADA-E13F-F908-E042020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釆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FCCC01-27BD-FCEC-D809-AE432B946368}"/>
              </a:ext>
            </a:extLst>
          </p:cNvPr>
          <p:cNvSpPr txBox="1"/>
          <p:nvPr/>
        </p:nvSpPr>
        <p:spPr>
          <a:xfrm>
            <a:off x="1264274" y="3789040"/>
            <a:ext cx="116089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69C4B2-E7C8-FBD8-C7B9-DA787338EF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169A3D-998B-EEC6-6894-4E448DFA15B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D777AE-B904-C1DC-5C4B-0ED59801DE2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CFBE47-E46E-7E3E-7C93-2A2D0D5DEF5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931D74-80E8-423B-6620-66C3B8999DF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27FBE8-4AFE-714F-CA58-85D212905F6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4FECAF9-15E6-6C05-997A-39DEE4DBEEFE}"/>
              </a:ext>
            </a:extLst>
          </p:cNvPr>
          <p:cNvSpPr txBox="1"/>
          <p:nvPr/>
        </p:nvSpPr>
        <p:spPr>
          <a:xfrm>
            <a:off x="3832112" y="2130985"/>
            <a:ext cx="825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米</a:t>
            </a:r>
            <a:r>
              <a:rPr lang="en-US" altLang="zh-CN" sz="2000" dirty="0">
                <a:latin typeface="+mn-ea"/>
              </a:rPr>
              <a:t>+</a:t>
            </a:r>
            <a:r>
              <a:rPr lang="zh-CN" altLang="en-US" sz="2000" dirty="0">
                <a:latin typeface="+mn-ea"/>
              </a:rPr>
              <a:t>丿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bian4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ACB457-05CB-608F-4A9C-EF6DFC3E7A9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D97B2D-C134-00BD-5FF5-5C8E3659CE5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8C8FE0-BAAE-FFCD-F41E-1A8517FBCD8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释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69B51B-BE12-E03E-4502-7B99DB0C106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釆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0561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73FE1-BEC2-18BA-EA6B-12F8B7E05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F5BD47-8D0C-8F8D-F090-81DC6369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门皿毛目矛米麦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BA3EF7-FECB-89E6-1A51-D7004D89B010}"/>
              </a:ext>
            </a:extLst>
          </p:cNvPr>
          <p:cNvSpPr txBox="1"/>
          <p:nvPr/>
        </p:nvSpPr>
        <p:spPr>
          <a:xfrm>
            <a:off x="1264274" y="3789040"/>
            <a:ext cx="11192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ma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779CA5-57D0-D884-5C46-FE017AB75DA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6E7257-EBC2-708A-CA3A-496F8E17D47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1EC684-4F0C-1B39-309A-45A650C5096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93B08F-14F2-0238-A771-0CC89DEEA86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F6C4C2-6169-2CCC-2152-B0F8D7D8866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957E32F-89C0-7B26-0C9A-F35A51794BC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C19C77F-123D-DC02-82A3-812BF9CB1FC3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马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ECE871-DB7A-E7FB-EF7E-C6F1798C598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4DE88E-F245-A515-2B65-B95BA0E10D1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41FF8D-4F4E-9593-05C1-F82F0CC93EF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80D77B-06A5-CAF2-C0AC-09CE52FE9C8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马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3682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B971A-D797-6384-404F-D4536CEA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6FC96-532D-1DE0-BB64-6D5C61C7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门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321732-3AD3-5C50-0D3E-96B864E304C9}"/>
              </a:ext>
            </a:extLst>
          </p:cNvPr>
          <p:cNvSpPr txBox="1"/>
          <p:nvPr/>
        </p:nvSpPr>
        <p:spPr>
          <a:xfrm>
            <a:off x="1264274" y="3789040"/>
            <a:ext cx="98937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mf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5E70D3-2D95-528A-EF7D-2094112AAA3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FF1FB9-6A6A-69BB-F7EB-393792E9BFE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F14BD19-C314-598F-C1B7-0C04C1B3A7E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F1EC2F-70FE-393F-488F-73873E31499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C14E11-BA8B-B8EE-0373-869314FD7FB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E2DC38D-C77D-18F3-232B-68FFF237EBC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BC2593C-D266-0E70-1B4B-748EB32B7FF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门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836C1C-11B2-B920-F66D-ABF467FA567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5B1124-57EC-A82B-AA49-91B42FC3EDC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E9D912-075F-B570-B8FC-B16EF9C85A8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he2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EE29FA-BC85-F19E-A90A-5ED18A53919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门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7409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EB1E5-71F1-8C81-5479-9330C87E4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57319C-6338-CE34-83F0-690EE78A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皿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C230A7-E021-C425-E517-36401F08D21B}"/>
              </a:ext>
            </a:extLst>
          </p:cNvPr>
          <p:cNvSpPr txBox="1"/>
          <p:nvPr/>
        </p:nvSpPr>
        <p:spPr>
          <a:xfrm>
            <a:off x="1264274" y="3789040"/>
            <a:ext cx="116410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4A7C91-5044-9786-458E-8D05C787031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5B21BB-CDEC-AC0C-04CE-6A8AAACB849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0DA6F1-1EF3-83B2-454D-EA34E8D32CE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4666F2-7049-3AA4-923C-2BA4067BD40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3657AE-5505-58A9-E7B8-5439701EA7E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89BEF3B-638B-422E-5934-2A25CCAD3C0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2BD121E-8B96-4B11-0334-7358E70D1487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皿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4379E1-7C95-0906-9016-E505F43EF67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B8D2DB-01FB-B800-5A31-FC7233E1657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FCF957-85E0-4195-F1D4-0C7F2F7434F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he2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A1FF4D-5708-378E-B36F-CCA014C12B9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皿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1168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C272-3241-9AE6-1F77-A9897CDB5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458DF-275E-83F8-5140-AFE0C1D9C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毛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4B9D0A-57A3-C502-C7D7-7CF7AF84E4D3}"/>
              </a:ext>
            </a:extLst>
          </p:cNvPr>
          <p:cNvSpPr txBox="1"/>
          <p:nvPr/>
        </p:nvSpPr>
        <p:spPr>
          <a:xfrm>
            <a:off x="1264274" y="3789040"/>
            <a:ext cx="11224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CD5C7A-1707-FBA9-76FC-AC2F20AACFE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253DE2-9CEB-0BFD-E098-D42F827490F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4FFF6E-972C-C5CB-044C-5DB2DD39258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931B14-DC56-A424-8F57-7F91B4DF915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DACBFD-359F-EFDD-B37B-9292959E0B8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8E01BA4-BB48-761C-8F38-F727EC186D7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D42B234-F13E-FAE1-E4C5-5ADA4F6D8947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362775-5BFF-CBF9-19A4-CC491D35152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ADEFB9-A9AA-42B0-F99C-04DB1697C6A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D5D295-A84A-4303-B82F-FC0AC46EFAB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毡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vj1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8D5F61-23FD-FC84-5AC2-136574DB5AB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毛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1300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5C227-E1DC-82FA-EF67-A20A6C6FE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7E727-7408-6F63-C56B-EE990357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目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8730EA-39FF-2B5E-B839-ED2A00DBBE24}"/>
              </a:ext>
            </a:extLst>
          </p:cNvPr>
          <p:cNvSpPr txBox="1"/>
          <p:nvPr/>
        </p:nvSpPr>
        <p:spPr>
          <a:xfrm>
            <a:off x="1264274" y="3789040"/>
            <a:ext cx="118974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mo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5FE37B-5BFE-E8D5-757B-D8A1C2D1EC4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B47D22-9DB8-D38F-6A23-806B8E2A89F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24A60-1D34-1625-499A-73A19D647A1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6BC7D6-3D8E-F840-FC9D-061D7CCBE7B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E667C5-2524-94DF-6CA1-F19F085452B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561AB73-F98B-41BC-F7A4-573B8521090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F426E0E-D917-468A-5845-1C5C41DEEA0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目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45AD8A-CB16-785A-3C0F-19BF67DFAF9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B51102-79F1-C352-4A2B-9405EB27E01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70EB4B-6520-C346-37D1-D022C9F41D4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眼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yj3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CE063B-4FB0-8A72-F364-6A656BCE6A2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目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2581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B8C6F-6AAE-3A9C-4B2A-15F76B52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3CD6D-477F-836D-57EF-DC9272001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矛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133DA2-FF76-D51F-9750-B1F9458C5AF8}"/>
              </a:ext>
            </a:extLst>
          </p:cNvPr>
          <p:cNvSpPr txBox="1"/>
          <p:nvPr/>
        </p:nvSpPr>
        <p:spPr>
          <a:xfrm>
            <a:off x="1264274" y="3789040"/>
            <a:ext cx="113685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E615DA-FFBA-C31D-A6C4-BE261F620EC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837610-16C9-1D3B-329D-BEED9C749E7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4FD0E2-94ED-7B90-3086-1732F211EF0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C54BD3-727C-7F93-DE44-7B3FDDACD71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2A2D69-F04A-AE5D-94FA-02F76C57AFF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4738AF1-24F5-519D-62B3-8E7D2199843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7666778-8E58-5A0E-917A-4225FC7C25F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0D99C9-2A42-CD3B-15C3-1271CEDD939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21D68F-68BE-1426-4CAE-D4E334638F1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903092-A717-D94F-C5CF-50DC558E01C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jn1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F27CB7-ED41-4138-1DC8-C8A21201F5F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矛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2953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F082-E234-DD7A-071C-B3014F63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197B87-FC8B-F17A-F515-10C7FCA1A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米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0066E7-1D40-EA49-49EB-198990F7F5DF}"/>
              </a:ext>
            </a:extLst>
          </p:cNvPr>
          <p:cNvSpPr txBox="1"/>
          <p:nvPr/>
        </p:nvSpPr>
        <p:spPr>
          <a:xfrm>
            <a:off x="1264274" y="3789040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6780E7-9372-0D76-88B2-2021F202E93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D51945-3493-0D8C-636B-508859B6130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46113A-731D-5523-28B4-3E5FA06E435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117DC2-BD93-E465-82C8-3113F7B4B59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E76DE0-CEDF-0655-6A32-997DA4E7FBD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0801AC0-359F-11D0-8795-FDE3F79A61F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2A47334-21CE-1266-8ECE-51ECE35923E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米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60A098-B876-5896-EF7D-43F4E1E75E6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0110B-07F8-79DD-1F49-0BD34B5EDA4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44FFD0-449B-691E-2CF4-FF49BE18E6E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0AB7AA-1900-7201-E6DF-D139DC7E387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4803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6E5E-F324-56E7-6A45-C68947BE4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C67C3-5AA4-E7DC-F240-05A5ECAD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8F6DAA-E878-74BF-FDF5-FA0653CDA624}"/>
              </a:ext>
            </a:extLst>
          </p:cNvPr>
          <p:cNvSpPr txBox="1"/>
          <p:nvPr/>
        </p:nvSpPr>
        <p:spPr>
          <a:xfrm>
            <a:off x="1264274" y="3789040"/>
            <a:ext cx="95410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ml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0FCAE1-F763-6341-A23F-32822642C56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6483DE-54A2-AC54-F952-4C11131C10A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EBD90D-BA23-8A08-09BB-44F8BB715F1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0C72A0F-0B59-C3BF-D7CA-2C5DE336FFB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67534A-4633-9844-FFEF-E7F0EE9E56E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C1D3D1D-474C-40D5-44F9-E2E96F674A9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D38F990-948B-F5EB-FD94-BAD1C429B688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麦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8ED057-25C1-6CF0-BFD6-0C3A59C4C93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023220-C4B3-F047-6596-A73744B5BF7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F2B6A5-128E-7A45-4C53-BF4439049C3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麸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5B4391-8643-8573-C9E5-330D6758787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麦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1801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F2A67-9FB0-8C4D-9F0B-C7CB00F1E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D56E4-61AC-D638-9AA0-683922E1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牛鸟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耒齿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0B86B9-7AB6-BB24-6ABE-18C72C01300D}"/>
              </a:ext>
            </a:extLst>
          </p:cNvPr>
          <p:cNvSpPr txBox="1"/>
          <p:nvPr/>
        </p:nvSpPr>
        <p:spPr>
          <a:xfrm>
            <a:off x="1264274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ny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EFBA1C-9D42-A810-58BB-CAC2A44AF28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E54DE1-7C9C-A535-3E70-9E2236E4E46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71D820-C6ED-F987-B796-DBCEBBB6F27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94CF58-4135-ED0B-D87B-758650C4E55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FB5E66-0F3A-BC90-4E1F-7602F98790A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10E0B15-7D37-9001-FDB9-DB28A096B60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6F7DA52-91EC-9D68-56E7-1189E320A818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女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11E5C1-F1A3-0698-4EF3-98BA55044BD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104C6D-7BD7-D54F-4D6D-DAE74F4C31C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9D50B3-1C1E-09F2-39C6-7D572DB1095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好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hk3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F0337C-67E2-E83B-9D7B-5DA15A28129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50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484C8-31E0-5A35-2C39-17018B6A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3639A-C713-5FC9-8F92-11B727D1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牛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耒齿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0D37A1-8A51-6735-402C-65C21B93DC47}"/>
              </a:ext>
            </a:extLst>
          </p:cNvPr>
          <p:cNvSpPr txBox="1"/>
          <p:nvPr/>
        </p:nvSpPr>
        <p:spPr>
          <a:xfrm>
            <a:off x="1264274" y="3789040"/>
            <a:ext cx="96693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nq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B7840D-1F8E-5062-C21C-17AA8D72B3D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499AD8-4A05-9C74-AA23-C4C526DEA4C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38DB45-4C2B-A4A0-D95D-5CCB16C606F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6195A8-8ACC-85C6-6A4E-9FD06E9A610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D9FD6E-50DC-B7FB-1926-55376571702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EA65BF4-A2B2-87B7-4940-8B4D6772EC8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12A33CB-5A4F-D113-EB5D-B4446FFA37C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B85C5D-B5DB-FE2C-B77C-48BC705EEE0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DF059C-2C09-9C83-B446-DA2BEEE1E98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9C5C5D-B0AF-CD31-7E7A-53278D4FF8A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牲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ug1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035F51-56F3-D152-EF17-B06580C873D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牛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9821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AA71F-CD67-3E45-839F-7E0BF9B4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08A50-5E42-81E9-E1D3-A0813C2AC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女牛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耒齿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4C9830-A1C3-68A6-DCAF-224A072D0986}"/>
              </a:ext>
            </a:extLst>
          </p:cNvPr>
          <p:cNvSpPr txBox="1"/>
          <p:nvPr/>
        </p:nvSpPr>
        <p:spPr>
          <a:xfrm>
            <a:off x="1264274" y="3789040"/>
            <a:ext cx="86754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nc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4133B2-66EC-EF73-68C4-0DD59DCE858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A00180-6459-C321-E7E9-22019A5E7D3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D698FE-0E4C-422C-8162-CD2FA561950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ECB9A5-947E-16F4-E8ED-505C1B353A6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E9D5EB-B781-E076-FE63-AE7E2A2CCB6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D6BE4C3-2921-B6C1-8437-B975724EDA5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CE670F9-0578-6E73-BB65-DE93C8617EBF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鸟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BCF884-E548-484B-C883-D663535CADF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E02618-A29D-6AB2-702D-6858631E7BF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672024-6EBC-EAD6-F26B-CE597BE4F2A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鹅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oe2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1CF9D-F30C-B678-871D-6CAF6CF17FA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鸟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4258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434A5-B553-E59B-CA64-5F3CB8847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DBE96-CD22-8D83-FB23-A5CEC2B3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女牛鸟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齿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37224E-F287-47FA-DCF4-2420A6D69791}"/>
              </a:ext>
            </a:extLst>
          </p:cNvPr>
          <p:cNvSpPr txBox="1"/>
          <p:nvPr/>
        </p:nvSpPr>
        <p:spPr>
          <a:xfrm>
            <a:off x="1264274" y="3789040"/>
            <a:ext cx="75373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nl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0D3E19-852E-36C9-2D80-58A232CB76A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596D05-42B1-8C32-76BB-4B78051EFB4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9EBC25-8CCB-2F31-1BBB-83D3C3B506D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DF54F3-1330-2147-881D-7AAC4B7EBC7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DFD09E-0FA4-845F-0EDB-5536B23B4F9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A81A945-8EDB-0DDE-BD3B-D594C12F7AB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34632E7-F761-E920-6E6F-CB5A6E7A41A0}"/>
              </a:ext>
            </a:extLst>
          </p:cNvPr>
          <p:cNvSpPr txBox="1"/>
          <p:nvPr/>
        </p:nvSpPr>
        <p:spPr>
          <a:xfrm>
            <a:off x="3832112" y="21309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l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m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7B18FF-CF9F-EBF2-521C-345F887CE8F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6836D4-3D31-67A2-4C06-6DD8F84A998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C7CB21-C572-0D9A-A102-C49CDC76744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耕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gg1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484E7A-8CB7-097F-5495-CF4CACE1FFE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耒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8038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958B1-DC96-16C3-CEC9-338482DC1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92AD4-A9B1-85EA-F34D-2128B16B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女牛鸟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齿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8C1652-A7C8-10D7-4B4B-E34B468A2AB1}"/>
              </a:ext>
            </a:extLst>
          </p:cNvPr>
          <p:cNvSpPr txBox="1"/>
          <p:nvPr/>
        </p:nvSpPr>
        <p:spPr>
          <a:xfrm>
            <a:off x="1264274" y="3789040"/>
            <a:ext cx="7489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E95C8E-E5EF-0DC0-544D-9F76897FA9F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3A6052-71A0-07A5-427B-82DBD8492EF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83760A-E333-C2B4-7FDA-3381F351B4F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4B771E-BCD5-1187-21F8-496FA292B9D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927F7B-4278-03A2-D557-601EEBBE765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73C360F-96A4-FA80-3DA6-7B1D95C91D1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77AF0AE-5AF4-BE57-977A-E3D10A749A2D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啮齿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BBCC0B-8AD6-B20B-9717-795E7691973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93B882-1D8F-321A-0562-F985E6079C8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0C3A4F-AC2D-864C-FAD4-E3DF31B0F2A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龄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l;2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63AADE-ED9A-59C2-D529-9E29BC08F9F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齿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0085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B699-60BB-7B1F-78D9-0B1BCC2C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28CB9-E070-ADAF-9D5D-527FA9B22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二儿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DAF034-EE70-1820-E98C-E9C97DB01395}"/>
              </a:ext>
            </a:extLst>
          </p:cNvPr>
          <p:cNvSpPr txBox="1"/>
          <p:nvPr/>
        </p:nvSpPr>
        <p:spPr>
          <a:xfrm>
            <a:off x="1264274" y="3789040"/>
            <a:ext cx="84991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or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8D86B8-5573-66FF-86EF-300AFA76C3C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E81F01-9E17-839D-5610-BC8BEE61312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59140B-042B-4F36-B629-02246DC2037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F37F9F-A0A5-7752-4CC0-C6304464786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73F9F6-E5EA-A2E3-EA10-9159B5651D3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C5D813F-BA47-66AB-CB33-1AF490E89BF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C8AB045-3D8C-789B-83D8-CFC87846FC32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耳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77CCAD-2836-4F24-8450-771E42D02E3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66CA05-7AE1-017F-B1AF-BBB474F1D34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A5CF28-D1E7-3FE7-BC54-44BD2577D10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l;2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749128-39FB-A743-5B93-89591175043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6672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5EBC-539D-3AF8-4B36-23E08CE94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F5640-CC17-DA65-8FB3-3699A808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二儿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665784-24E1-68BB-4480-E4C72893240D}"/>
              </a:ext>
            </a:extLst>
          </p:cNvPr>
          <p:cNvSpPr txBox="1"/>
          <p:nvPr/>
        </p:nvSpPr>
        <p:spPr>
          <a:xfrm>
            <a:off x="1264274" y="3789040"/>
            <a:ext cx="98616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7F0F00-EB42-65E0-7F6D-08F5D72266C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968F50-FA43-0F56-9423-A4B1D41769E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1B5400-119E-5EE1-F24B-FC03A7F2A85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8063A8-5F5C-00B7-20E1-51D151BAE58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AEEFE6-9F62-A336-80CD-EDFA3A50463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E151D68-392A-93B3-287D-34C0E715428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B2153DD-DC3A-C42A-3832-E9F1A8295396}"/>
              </a:ext>
            </a:extLst>
          </p:cNvPr>
          <p:cNvSpPr txBox="1"/>
          <p:nvPr/>
        </p:nvSpPr>
        <p:spPr>
          <a:xfrm>
            <a:off x="3832112" y="2130985"/>
            <a:ext cx="14670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欧→区→匚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有优先性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fang1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32BC77-A0A0-5307-C1CC-804C8D81310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3AF9B0-583B-4E48-C478-B16C8F274AA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1C390C-A3D5-38AA-443F-4CE38A6DB4E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26C87A-2CC8-A38C-78EA-8C6A2AB826B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5329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56BDD-2544-37F5-1886-18AC58450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C0C34-35A0-FEFE-E764-94C0571F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儿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3F77EB-B2F2-59FD-D9D0-D268DF64491B}"/>
              </a:ext>
            </a:extLst>
          </p:cNvPr>
          <p:cNvSpPr txBox="1"/>
          <p:nvPr/>
        </p:nvSpPr>
        <p:spPr>
          <a:xfrm>
            <a:off x="1264274" y="3789040"/>
            <a:ext cx="9813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oh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D106E3-4F4C-CB08-BD49-C2AB5D505CE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A4B66D-DC81-CD4E-3C11-F1C515DFBE1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5D7119-265B-3FA1-68F7-EF7BDB88C79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9952A0-B22D-0D07-4838-B7D3E3AEF40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BC12D5-2F90-4FBF-BC5B-1DA5D6465EC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0201BAC-D8AD-16E0-82AD-A6E7C9E6BA2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F3305F4-098F-863C-59C8-8DC8C64F87A6}"/>
              </a:ext>
            </a:extLst>
          </p:cNvPr>
          <p:cNvSpPr txBox="1"/>
          <p:nvPr/>
        </p:nvSpPr>
        <p:spPr>
          <a:xfrm>
            <a:off x="3832112" y="21309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二，零声母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EB2E07-B010-E07D-FEA7-C26B7F58C46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0D3609-22B9-3DE2-0FD8-F5FDFE8652D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6C43F2-DFB6-4BE9-EDCE-D0F8A3FE7C1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yp2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6CB956-7C04-DC26-1A64-422EB6955E0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二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1740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F72B1-B294-1FFD-F397-82B2EC9A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7D8D6-0474-8A62-76F3-562DFD8A5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儿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D509DC-9AE5-82F5-2522-3042FB5E26CF}"/>
              </a:ext>
            </a:extLst>
          </p:cNvPr>
          <p:cNvSpPr txBox="1"/>
          <p:nvPr/>
        </p:nvSpPr>
        <p:spPr>
          <a:xfrm>
            <a:off x="1264274" y="3789040"/>
            <a:ext cx="100219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op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ECB949-EE34-7FA5-3AC4-11A8864825F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167F9F-E1A1-356C-2D4A-927F8EA264E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2708F5-C796-0737-D6D8-9A8B2CECEE9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962819-351E-669F-30A2-F18661E3F7B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11FAE3-8CD1-E920-E26D-B5762BBAAD7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B6389BF-A984-3277-6FCF-09236C35A65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846827C-E670-B24A-774A-E647E40B96A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儿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CEB175-3713-EA24-A4EA-4EDB00FB81E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1ABE7C-0C3D-E629-0756-8B5FA5EAAF7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175DCF-74A7-6C0B-4E29-9C6719616E3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db1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CA9406-F8F6-88F3-D872-8F314B2EAB1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儿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2596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57013-68B6-D6D7-7E8F-D5543106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01815-26BC-A2F5-F5E2-742FA68A0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二儿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13C46D-7762-6ECB-8CD8-4839D8B129E8}"/>
              </a:ext>
            </a:extLst>
          </p:cNvPr>
          <p:cNvSpPr txBox="1"/>
          <p:nvPr/>
        </p:nvSpPr>
        <p:spPr>
          <a:xfrm>
            <a:off x="1264274" y="3789040"/>
            <a:ext cx="9396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oe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63A447-2CD6-7A05-FA95-9CFCAEAC01A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6B2538-2700-2C65-0DB8-B38522283EE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8A300F-0C34-435E-06C0-9570B4B44BB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F6F29F4-D6E9-D3C4-7FA5-404360A49F9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E8A228-69ED-29F4-B4E0-21BE36ADB5F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1179BB-F5D2-6B18-63C5-C158D05F8E0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CBA3F3C-33BF-99C7-088F-A339734BE972}"/>
              </a:ext>
            </a:extLst>
          </p:cNvPr>
          <p:cNvSpPr txBox="1"/>
          <p:nvPr/>
        </p:nvSpPr>
        <p:spPr>
          <a:xfrm>
            <a:off x="3832112" y="2130985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来自“厄”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jie2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CBC6AC-1919-24B2-2F99-591C5140B2D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2B67B5-74A3-3CA7-4353-F245F0F1AFB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6EFC55-4A7F-FB29-7E1F-6989E87FCFE6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卷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jr3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6BA582-7686-2AC5-1054-FCB6A3D23EF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001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79A7-90AB-30B1-4A3E-3DA0D2307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3C6CB-531D-C9D2-8B5D-B4A0F72E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B613F6-CA67-F283-9746-E259BF3DC680}"/>
              </a:ext>
            </a:extLst>
          </p:cNvPr>
          <p:cNvSpPr txBox="1"/>
          <p:nvPr/>
        </p:nvSpPr>
        <p:spPr>
          <a:xfrm>
            <a:off x="1264274" y="3789040"/>
            <a:ext cx="96532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9A9B79-7FD9-2BBF-E631-3AE3F84F5D7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07388D-D223-86E3-8FAD-F8B0131E60C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203416-E36D-84DF-1054-7E356D2D139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4BB831-0E5D-42F9-B160-8714BB046E1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9F407B-FB23-C642-1A44-EE48D412D8E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FDCD5EB-4084-8D53-BAA6-E5A823D8FBC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73AFCA2-0A24-10B9-D33D-A729334BA054}"/>
              </a:ext>
            </a:extLst>
          </p:cNvPr>
          <p:cNvSpPr txBox="1"/>
          <p:nvPr/>
        </p:nvSpPr>
        <p:spPr>
          <a:xfrm>
            <a:off x="3832112" y="2130985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攴</a:t>
            </a:r>
            <a:r>
              <a:rPr lang="en-US" altLang="zh-CN" sz="2000" dirty="0">
                <a:latin typeface="+mn-ea"/>
              </a:rPr>
              <a:t>pu1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EAD2CE-E1BD-AC21-02A0-C0AFDFC187A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6912C6-7205-3FB0-A374-5FFABC73BD1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0ADDAC-6E37-4376-C014-96DEA249EE9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敲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qc1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3699BB-8BF0-969B-36A2-3836772D6BA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攴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2614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5D7E9-33B2-80DD-5C87-8269F60C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362BC-A9AC-43A8-15B1-1740C71B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7F0368-CB3C-FA55-9B27-618F86B4F191}"/>
              </a:ext>
            </a:extLst>
          </p:cNvPr>
          <p:cNvSpPr txBox="1"/>
          <p:nvPr/>
        </p:nvSpPr>
        <p:spPr>
          <a:xfrm>
            <a:off x="1264274" y="3789040"/>
            <a:ext cx="117692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513C47-DD53-5160-4FD1-F5DAADAF673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A446AC-3B4F-74C0-8352-7D6663C04C6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D2ABCE-5D13-24A7-9231-829A0E1C05F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961B75-871B-729E-6366-584710A7701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0BCE36-5348-0AD8-7B09-F3537F860A6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5584A0D-335E-A68A-BEE6-83CFF4B600A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A1C80B9-CFAD-A3F6-8033-80B10DC71AA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BC5C7-41B8-4E0A-C3B0-165481F5856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E0A4F5-E289-96C3-0CD5-3D610E5A617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F7CDA5-52C8-19AE-45B2-68B1A8BB2C8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版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bj3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63DC87-9388-57A8-FEA3-F024EDE1EBC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片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5871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25E5B-9A78-3397-0A54-A1839EAF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8B290-9244-B01D-FC2D-8C4427B2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E40ED2-B3FC-540F-906F-BB48A246E963}"/>
              </a:ext>
            </a:extLst>
          </p:cNvPr>
          <p:cNvSpPr txBox="1"/>
          <p:nvPr/>
        </p:nvSpPr>
        <p:spPr>
          <a:xfrm>
            <a:off x="1264274" y="3789040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py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2CA956-2777-3EB2-E15B-5468147F1BD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42D7AD-CE50-AD33-C107-BFBF3C74B1D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C54DF8-C282-F5A2-99E8-373216BE1BB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E7AAB2-0DC1-8D11-97DC-3A5ED4730BC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8B12A4-0657-CEDE-378B-0D83E7ADDF5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9C08979-0630-BD1B-49EE-D14AA2E9982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B239DF6-9504-FB33-2574-FCB0D775DC48}"/>
              </a:ext>
            </a:extLst>
          </p:cNvPr>
          <p:cNvSpPr txBox="1"/>
          <p:nvPr/>
        </p:nvSpPr>
        <p:spPr>
          <a:xfrm>
            <a:off x="3832112" y="2130985"/>
            <a:ext cx="24929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调整：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 err="1">
                <a:latin typeface="+mn-ea"/>
              </a:rPr>
              <a:t>shu</a:t>
            </a:r>
            <a:r>
              <a:rPr lang="zh-CN" altLang="en-US" sz="2000" dirty="0">
                <a:latin typeface="+mn-ea"/>
              </a:rPr>
              <a:t>给了“攵”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 err="1">
                <a:latin typeface="+mn-ea"/>
              </a:rPr>
              <a:t>pu</a:t>
            </a:r>
            <a:r>
              <a:rPr lang="zh-CN" altLang="en-US" sz="2000" dirty="0">
                <a:latin typeface="+mn-ea"/>
              </a:rPr>
              <a:t>给了“攴”“殳”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0F900C-5D81-B3C4-838A-39603BA55E4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DFAF68-2A6E-F181-3575-371862A1AA0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E3F2F4-C5C9-599E-E08C-90CF850351C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殴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ob1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8954C9-7F72-013C-E2F2-241303C6A40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3628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20F82-D4A7-F43D-F316-DD37C987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A36C7-031F-9641-9C5C-8C1AFDB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13D0BE-2193-65AC-1926-7B9EF57236F6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4D54B5-ADBB-A1D3-A117-05D852D7239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5ADB81-5935-2B68-4FFB-1ED7295CF49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226EFB-5768-F2B0-8753-D84D9BE5B37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74238F-4624-31A4-CB9F-5FFAC4D2222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7D9343-89F0-4AFB-A601-8BCC237C49C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E7E5A54-08D9-7256-FB81-1FFE7C7CB2C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C9F08CD-A31A-2C00-E4BB-C0586A401B8F}"/>
              </a:ext>
            </a:extLst>
          </p:cNvPr>
          <p:cNvSpPr txBox="1"/>
          <p:nvPr/>
        </p:nvSpPr>
        <p:spPr>
          <a:xfrm>
            <a:off x="3832112" y="2130985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爿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无视</a:t>
            </a:r>
            <a:r>
              <a:rPr lang="en-US" altLang="zh-CN" sz="2000" dirty="0">
                <a:latin typeface="+mn-ea"/>
              </a:rPr>
              <a:t>qiang2</a:t>
            </a:r>
            <a:r>
              <a:rPr lang="zh-CN" altLang="en-US" sz="2000" dirty="0">
                <a:latin typeface="+mn-ea"/>
              </a:rPr>
              <a:t>声旁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A89144-CC89-4442-918F-FC31525D4EF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4C4AAD-CF3B-6214-8643-695DE30D7D6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1A22F0-715F-A295-89DD-133E92C5ECD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jd1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A91F92-67B1-5601-018A-F0BB2354FC9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丬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232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0F8BE-BD6A-9E93-A553-6F6E6024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712F1D-DE85-409A-63B7-82794B80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9FDE17-116A-8E48-0EC5-C847F6257D51}"/>
              </a:ext>
            </a:extLst>
          </p:cNvPr>
          <p:cNvSpPr txBox="1"/>
          <p:nvPr/>
        </p:nvSpPr>
        <p:spPr>
          <a:xfrm>
            <a:off x="1264274" y="3789040"/>
            <a:ext cx="7617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E062-214C-169C-B049-40CCE3F51CE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37417D-799C-FCAE-0C03-CB6A667C922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0BBD3D-6DF5-29DD-1D87-30554B683F3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392EE9-3A39-7B82-5166-638649205FE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430ACA-0196-0B60-5D51-7DA1AF9F2A7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A458FB1-C526-4A0A-3A8F-F6045355C83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7144747-5AD0-3D84-2193-0E300DF97D2B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皮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5F7F75-4F8D-9E2C-BAF3-E9E21245D56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83D3FB-3EA7-EF3F-42F2-C7D74630D3F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385927-C222-1648-43BD-AB7CEE34E56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皱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vb4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61A137-C848-669C-A6F8-F8170D081AB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皮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5566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BA665-4511-21FE-D154-C61E1D72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97009-DE97-1752-71D6-66B4AF6D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F6F763-2227-A4B8-E261-D812C6006B83}"/>
              </a:ext>
            </a:extLst>
          </p:cNvPr>
          <p:cNvSpPr txBox="1"/>
          <p:nvPr/>
        </p:nvSpPr>
        <p:spPr>
          <a:xfrm>
            <a:off x="1264274" y="3789040"/>
            <a:ext cx="97334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5DEF53-5CAB-841F-BE5A-14D30A5F103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116011-B3EE-FFBF-78C6-5353CD3062C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27F281-539F-F8C4-BCF1-A0BEF4DFA20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996BEC-C940-0F28-251D-5500864A476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2398B4-94A3-40C8-3030-7C350FACF48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8D2F8FA-BE0F-1775-221D-1E13FDCA555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E4845AD-1DE4-7343-176C-76319DB0D025}"/>
              </a:ext>
            </a:extLst>
          </p:cNvPr>
          <p:cNvSpPr txBox="1"/>
          <p:nvPr/>
        </p:nvSpPr>
        <p:spPr>
          <a:xfrm>
            <a:off x="3832112" y="2130985"/>
            <a:ext cx="24160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来自“丿”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</a:t>
            </a:r>
            <a:r>
              <a:rPr lang="zh-CN" altLang="zh-CN" dirty="0"/>
              <a:t>长長镸</a:t>
            </a:r>
            <a:r>
              <a:rPr lang="zh-CN" altLang="en-US" sz="2000" dirty="0">
                <a:latin typeface="+mn-ea"/>
              </a:rPr>
              <a:t>”代替为此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biao1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4090E3-DAD3-D38E-D927-19FC9AD7C6B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1B50E0-93D8-1CBD-F9A9-3ADF74AF282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544378-F553-F444-ABD4-48DEF9D8150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EF3BB3-597F-A62C-B723-3762320876F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髟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8489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072C8-686D-B54D-FB1C-FEC2C6C83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F6E2A-283F-5EBE-E7DA-255BAD10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㐅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80C998-E9FE-D602-AAEF-C716A17A8D2B}"/>
              </a:ext>
            </a:extLst>
          </p:cNvPr>
          <p:cNvSpPr txBox="1"/>
          <p:nvPr/>
        </p:nvSpPr>
        <p:spPr>
          <a:xfrm>
            <a:off x="1264274" y="3789040"/>
            <a:ext cx="97654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BD804E-9C85-BEA6-0CAE-665D64B01C2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5C728E-1D42-1945-B8E0-C816F0EAC5B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6832E6-8164-62DA-957C-9D47291A465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941D6F-B028-F367-280B-06BEF8C0A38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CB5099-7BF4-B4D0-F122-236D15FD6AC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2A34BCF-A573-E951-80DA-F08DAE22F62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6FE48EB-6A0C-BF5B-167B-85BB4CE42F0E}"/>
              </a:ext>
            </a:extLst>
          </p:cNvPr>
          <p:cNvSpPr txBox="1"/>
          <p:nvPr/>
        </p:nvSpPr>
        <p:spPr>
          <a:xfrm>
            <a:off x="3832112" y="2130985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一“撇”一捺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wu3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7E7185-2FD9-A47D-C62B-1077DDFD354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175714-1EEF-E055-889A-E46D36DC106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04E53E-A255-6257-07D1-E21D7C6CD64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xn4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2C44BA-43AB-CCC9-ABCF-20A1D09A00B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㐅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0741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AAB0F-7ADE-9614-9AA0-0BB9E188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749A42-8F2F-60FB-3A79-CD8F8A76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犬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1319F3-FF24-E800-D863-EEECDEDCAA3B}"/>
              </a:ext>
            </a:extLst>
          </p:cNvPr>
          <p:cNvSpPr txBox="1"/>
          <p:nvPr/>
        </p:nvSpPr>
        <p:spPr>
          <a:xfrm>
            <a:off x="1264274" y="3789040"/>
            <a:ext cx="75212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0AC470-4E45-CCDD-4AD0-FDA4D6B1618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ACEE14-2FC2-EE06-2F7A-305F7713E14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8CE99D-E690-0168-2568-AA087D5ADA7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C10F747-B6A8-C1C8-871B-D223B878D09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6AA048-8522-CE10-BE77-24324983153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231B53B-1CA3-C535-07BA-F697F425367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6BD7AF5-7058-68EF-25AE-7E4D6DC1ED7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气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73C849-CA05-2554-ED21-1B2D932180B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B3E4FF-3CFC-E3A1-6840-126414F5C5B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C006F7-6A3B-C0AF-4302-FE6F5518E30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yh3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EA9869-EF45-F20D-CE97-9994CAAF0B5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气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1328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2F123-EF46-5693-358D-376AE63E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B23CA-9C26-1163-3520-5A96392F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犬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8110D8-BEA9-F4CF-C3D5-415DC9843BD6}"/>
              </a:ext>
            </a:extLst>
          </p:cNvPr>
          <p:cNvSpPr txBox="1"/>
          <p:nvPr/>
        </p:nvSpPr>
        <p:spPr>
          <a:xfrm>
            <a:off x="1264274" y="3789040"/>
            <a:ext cx="8274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D8899F-9D55-D71A-BC2D-76C502F1BA1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29FD57-D2EA-DC56-99E3-FBAA3F03B4E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BD2AE8-325B-3A45-8456-874A6C4EBC7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A1DEDA-23C2-008C-3931-D13E87A2838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D908C4-498B-535E-C8C4-573B6A2AC17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FF6CD17-08CA-E463-3692-BBC7F0E5F98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35016C-F6E4-6D8A-D8D1-6AF733F4F3AC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犬犭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4144BB-CB6A-67C2-F180-A6D1294ABCE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DFFAFF-0004-54C3-0CEC-212593B7C38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D7F325-6B3B-9DB2-5085-D4EB9FBB603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狼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lh2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503032-07F8-635F-CC0C-1005641E511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犬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8026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39EFB-24D9-D5AC-C459-91286242A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219AA-45BB-9A66-5DD1-B43F69FF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气犬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A1722B-C244-B39B-5923-48DE6996099E}"/>
              </a:ext>
            </a:extLst>
          </p:cNvPr>
          <p:cNvSpPr txBox="1"/>
          <p:nvPr/>
        </p:nvSpPr>
        <p:spPr>
          <a:xfrm>
            <a:off x="1264274" y="3789040"/>
            <a:ext cx="95090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qv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A3050D-379A-14A5-FB34-D5715DE4937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80B470-CFA5-9CE5-D112-D22F606EC2E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4EE4E09-C234-CC30-C6D6-B5E8503E5C5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F6A5155-4EAD-6D16-1B63-62D3F282D8E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7A9665-5A24-6AAA-7B1F-49FEA84F307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90A0224-B2FC-DD15-39D8-517A1D6B9D9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124C40-B0E4-4E00-5047-C7AB7F74DCF7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同犬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9BB044-5C73-01F9-53E5-37C4BE95F4C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37FA3E-EFB6-9E5C-C018-5A0CD658ADA5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12220E-DDCA-766C-87F4-37452FB7207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豺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il2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99873B-C80B-0491-1A60-2383A9E37DF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1535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1CC92-FD4E-2D19-388D-A5500957E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1B1ED-83D0-588D-7008-629AAB11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气犬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917511-196A-871F-C6CF-6E95B2344571}"/>
              </a:ext>
            </a:extLst>
          </p:cNvPr>
          <p:cNvSpPr txBox="1"/>
          <p:nvPr/>
        </p:nvSpPr>
        <p:spPr>
          <a:xfrm>
            <a:off x="1264274" y="3789040"/>
            <a:ext cx="116730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A8C1C2-6077-188A-5FBA-585E229092D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DAD7F1-EF2C-5FC8-7485-B77C4526157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6C616-A0E6-6DEE-FE5A-5FE319AF5FE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BF7D48-B62D-1925-356E-A7CC186BB46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2D2D94-FC75-8560-CF70-7E6F37C2A17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2F07D10-D4A9-EEB9-9990-97D463A7F11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39004B-FC27-861D-FCDB-7FC79DB19F14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欠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C01D4C-D32B-9BA3-ED2D-555BB900D0C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AA71C2-6300-586C-5656-175D13E6BEE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9A1C7A-53CA-249C-F910-1F9DD92A637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欺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90E249-FDB6-4612-FF31-69184624E8D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欠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6734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875C-4D41-09D9-E510-25483BE3C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D0466-77E9-CD8D-F78B-7C9C2C52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气犬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279058-D4F1-ABF7-F1A4-3EDC3C4098E2}"/>
              </a:ext>
            </a:extLst>
          </p:cNvPr>
          <p:cNvSpPr txBox="1"/>
          <p:nvPr/>
        </p:nvSpPr>
        <p:spPr>
          <a:xfrm>
            <a:off x="1264274" y="3789040"/>
            <a:ext cx="79060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q;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CE35D2-86F9-51EF-0849-27CA9A29A38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39B506-2963-C187-C060-7349E1E7129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8040A4-631F-0CE8-E06A-9A24B311172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405BCB-F39B-3560-D29A-4DDF8B6895D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01DE15-9C17-775E-5ADE-2337DBA2F61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905C6EC-71AD-24CF-4A82-6E2FA8ADBBF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8D2DB53-4D60-53CC-C1FD-48853B065A67}"/>
              </a:ext>
            </a:extLst>
          </p:cNvPr>
          <p:cNvSpPr txBox="1"/>
          <p:nvPr/>
        </p:nvSpPr>
        <p:spPr>
          <a:xfrm>
            <a:off x="3832112" y="2130985"/>
            <a:ext cx="14670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变体青字头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龶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有优先性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ACE00C-09CB-621C-FEBC-38A8CBA79E4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F581AD-DB9D-9187-37FD-26B15621FEC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2967BF-20DD-6229-B3E1-4CA229BBCFA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毒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du2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EFA15C-FD32-5055-1456-0D36DED2FA7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青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9756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190CC-7A65-8732-0D29-3B0B89B8A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3E83E-CEA6-A7AE-861A-71202A61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肉入日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170A32-FADB-F31B-71FC-C5D52DF12033}"/>
              </a:ext>
            </a:extLst>
          </p:cNvPr>
          <p:cNvSpPr txBox="1"/>
          <p:nvPr/>
        </p:nvSpPr>
        <p:spPr>
          <a:xfrm>
            <a:off x="1264274" y="3789040"/>
            <a:ext cx="64953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rf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3B5C0B-01A1-F10F-15E0-71E078275CF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7DC3DC-A158-1559-E26A-B6E323AEB82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859EBF-10E3-4BD9-3708-B665A1DD38F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62A1BC-0113-DD85-2528-875F60E466A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972C89-C1B7-2678-FD07-EC0CEA89284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50EBDC4-2410-904D-B459-FC5D59C5E6A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48B16A7-E56C-066E-A3BD-D1E954A44269}"/>
              </a:ext>
            </a:extLst>
          </p:cNvPr>
          <p:cNvSpPr txBox="1"/>
          <p:nvPr/>
        </p:nvSpPr>
        <p:spPr>
          <a:xfrm>
            <a:off x="3832112" y="2130985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人亻</a:t>
            </a:r>
            <a:r>
              <a:rPr lang="zh-CN" altLang="en-US" dirty="0"/>
              <a:t>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1A93D0-6CFA-7F03-9D1B-27476EB4C01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C56CAF-A565-C4BE-5ADD-9060A47574E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B5C76D-314D-C77C-87BC-50FBBFDA250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似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1CFB7F-B38B-1705-A3C1-B3E5A592BDB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人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3409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80BAD-5F21-CAAE-A8E4-3B27DCDC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68E8D-0AE6-A174-276E-72A221C30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肉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入日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0312DE-BBDB-1AC9-D73A-C4E004F66C6B}"/>
              </a:ext>
            </a:extLst>
          </p:cNvPr>
          <p:cNvSpPr txBox="1"/>
          <p:nvPr/>
        </p:nvSpPr>
        <p:spPr>
          <a:xfrm>
            <a:off x="1264274" y="3789040"/>
            <a:ext cx="8210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7036DC-6438-9A18-C5EC-F76FB2F8A4F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B9D1C7-A54A-3D4C-FA2B-57E88AAA9FB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B7BE96-35F6-511C-8E80-AF63B8A10C0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7F7F20-7B64-D465-17BE-71B29E06F81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E0AC764-C621-DE69-E96E-2E2E65E730C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C6C4E66-23DF-8436-8D43-42ADD0DFA36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E841A7A-E02E-C60A-EFEC-678CCEFB054D}"/>
              </a:ext>
            </a:extLst>
          </p:cNvPr>
          <p:cNvSpPr txBox="1"/>
          <p:nvPr/>
        </p:nvSpPr>
        <p:spPr>
          <a:xfrm>
            <a:off x="3832112" y="213098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包括肉月旁“⺼”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E2927D-70A7-4E11-17D2-AB22BA177F9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7EC748-75B9-BA63-D1FA-AC169B26DD8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1381AE-C540-7D0A-63C4-BBFD3E3FCC9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yb3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7CEEB5-623E-17D4-89DE-3D10D40BC24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肉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4680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CF547-E2B1-6A58-FC22-BD6AC03B2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B952B-6B9A-DF25-473C-1CD28BBA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人肉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入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34D23B-EFED-5C6D-B4A4-8242EDBE85B9}"/>
              </a:ext>
            </a:extLst>
          </p:cNvPr>
          <p:cNvSpPr txBox="1"/>
          <p:nvPr/>
        </p:nvSpPr>
        <p:spPr>
          <a:xfrm>
            <a:off x="1264274" y="3789040"/>
            <a:ext cx="81304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E265F1-3712-A812-C911-51569777361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32252C-036F-2CEF-1CDC-5A2E162D360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7BDBC9-E001-2F5A-3CA5-C4AD4EB631F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BB1B248-B37D-408E-AFA8-255ADBE6F4C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5DC7DD-FAB9-AE29-6847-F41BDE77A85E}"/>
              </a:ext>
            </a:extLst>
          </p:cNvPr>
          <p:cNvSpPr txBox="1"/>
          <p:nvPr/>
        </p:nvSpPr>
        <p:spPr>
          <a:xfrm>
            <a:off x="3856241" y="405065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全</a:t>
            </a:r>
            <a:r>
              <a:rPr lang="en-US" altLang="zh-CN" sz="2000" dirty="0">
                <a:latin typeface="+mn-ea"/>
              </a:rPr>
              <a:t>qr2r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A98D93D-5921-C83C-D2D5-A9D625D326E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3C0549E-847A-D113-8CBB-523315EB7C32}"/>
              </a:ext>
            </a:extLst>
          </p:cNvPr>
          <p:cNvSpPr txBox="1"/>
          <p:nvPr/>
        </p:nvSpPr>
        <p:spPr>
          <a:xfrm>
            <a:off x="3832112" y="2130985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并入“人”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因此暂无例字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1399EF-2823-69C6-E799-731FBB80C00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4BF2F8-9C79-7CCB-0619-3D24504B4ED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F9C533-7181-5222-9E2F-67087F8DF3A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9789C0-B08B-50D6-D473-4D3BCC5159B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入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1158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8F81B-CFB5-CFC4-64A8-C716B44E1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41439-60CB-4641-7E70-40DF3A8F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人肉入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BCD760-E04C-52B3-9A80-42CB6B301021}"/>
              </a:ext>
            </a:extLst>
          </p:cNvPr>
          <p:cNvSpPr txBox="1"/>
          <p:nvPr/>
        </p:nvSpPr>
        <p:spPr>
          <a:xfrm>
            <a:off x="1264274" y="3789040"/>
            <a:ext cx="60946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8008DD-9A91-BACD-5623-DE642426AF4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3C399B-AE62-A939-F473-6B21AB62BE4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BE6398-F1D2-FB5A-BBA1-EAA6C0AA44D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6269D6-4801-0AB4-5DEB-B6525D19694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F7433F-F85C-4112-E47A-A6E7A41878C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7E2E6CF-E18C-5C35-C32D-CA3ED2DEC7B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0E89F71-1E80-BE6C-82A4-F7129403DF2C}"/>
              </a:ext>
            </a:extLst>
          </p:cNvPr>
          <p:cNvSpPr txBox="1"/>
          <p:nvPr/>
        </p:nvSpPr>
        <p:spPr>
          <a:xfrm>
            <a:off x="3832112" y="2130985"/>
            <a:ext cx="19800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日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变体“</a:t>
            </a:r>
            <a:r>
              <a:rPr lang="zh-CN" altLang="zh-CN" dirty="0"/>
              <a:t>冃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“曰”代替为此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ABE4D3-64E5-A6CE-2B5A-3A0C713AECE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7BA577-3EFE-7556-0AE2-114777E33F3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326172-DDB6-E5D5-C458-87FF6068CD1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晒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ul4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FEDD73-D5B8-35FF-4F3D-D77B9D237BA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0444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2E31-1B8F-68EC-6BC3-0F257F0E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8F94B-21D5-822A-C51E-2EFCAF3E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人肉入日</a:t>
            </a:r>
            <a:r>
              <a:rPr lang="ja-JP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316A06-EBC2-B694-6519-643D09F553FA}"/>
              </a:ext>
            </a:extLst>
          </p:cNvPr>
          <p:cNvSpPr txBox="1"/>
          <p:nvPr/>
        </p:nvSpPr>
        <p:spPr>
          <a:xfrm>
            <a:off x="1264274" y="3789040"/>
            <a:ext cx="6142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rl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E28763-14E0-D400-9D7D-36C8E9B8A9F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484F61-7380-6040-48DD-EAD9E9777D9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B3D1D2-2A34-2ADE-E5CE-CC55293650F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9C12BC-7993-7FD8-A8FA-D4A57F01205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541F3C-B58F-369F-2C4F-FC0C9628409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5CFE562-CC5C-0515-1D57-4E5283464BF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EC600D-933C-4DDB-8E5C-B1157E6D1C00}"/>
              </a:ext>
            </a:extLst>
          </p:cNvPr>
          <p:cNvSpPr txBox="1"/>
          <p:nvPr/>
        </p:nvSpPr>
        <p:spPr>
          <a:xfrm>
            <a:off x="3832112" y="2130985"/>
            <a:ext cx="14414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片假</a:t>
            </a:r>
            <a:r>
              <a:rPr lang="ja-JP" altLang="en-US" sz="2000" dirty="0">
                <a:latin typeface="+mn-ea"/>
              </a:rPr>
              <a:t>リ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 err="1">
                <a:latin typeface="+mn-ea"/>
              </a:rPr>
              <a:t>ri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</a:t>
            </a:r>
            <a:r>
              <a:rPr lang="zh-CN" altLang="en-US" dirty="0"/>
              <a:t>𠂤</a:t>
            </a:r>
            <a:r>
              <a:rPr lang="zh-CN" altLang="en-US" sz="2000" dirty="0">
                <a:latin typeface="+mn-ea"/>
              </a:rPr>
              <a:t>”简化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A6CC49-3222-343D-974B-33265696266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399252-2AFB-7450-DE51-99024E18657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2F6868-9E97-4929-9D79-50EB9556545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归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gv1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E6A4E4-5372-A6FF-FEC0-78FE7DEEE8C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ja-JP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086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8DAC-E84D-6AC7-090D-2A9FC795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CACBC-B3B7-DB6B-3D5D-F04384F7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572AF5A-CE7B-1F3E-F644-524958FC1A8F}"/>
              </a:ext>
            </a:extLst>
          </p:cNvPr>
          <p:cNvSpPr txBox="1">
            <a:spLocks/>
          </p:cNvSpPr>
          <p:nvPr/>
        </p:nvSpPr>
        <p:spPr>
          <a:xfrm>
            <a:off x="1044472" y="44624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065195-16CD-D835-917A-234FE3E4E8D3}"/>
              </a:ext>
            </a:extLst>
          </p:cNvPr>
          <p:cNvSpPr txBox="1"/>
          <p:nvPr/>
        </p:nvSpPr>
        <p:spPr>
          <a:xfrm>
            <a:off x="1264274" y="3789040"/>
            <a:ext cx="80021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D4BF3C-78B5-062C-68D6-9DD816ED860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119982-CAEA-179F-A617-3B037AA9CA5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D38746-8F93-8A76-08BF-DFCB138F6927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2AFC89-394A-E68A-1365-EB6D19DD3A9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EDE0FC-B575-EE3D-4FC5-527BD9BD43D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45C7E96-3F63-B897-410F-D96CAB17429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D25AE50-B8AD-9AD9-177B-E2D0004257F6}"/>
              </a:ext>
            </a:extLst>
          </p:cNvPr>
          <p:cNvSpPr txBox="1"/>
          <p:nvPr/>
        </p:nvSpPr>
        <p:spPr>
          <a:xfrm>
            <a:off x="3832112" y="2130985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礻，</a:t>
            </a:r>
            <a:r>
              <a:rPr lang="en-US" altLang="zh-CN" sz="2000" dirty="0" err="1">
                <a:latin typeface="+mn-ea"/>
              </a:rPr>
              <a:t>sh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DF041C-53A0-9498-68D7-41AD3087C16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BAB055-5BBD-E5C1-1ECA-213CC4B3BB7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86B246-19AE-CE06-7BAD-BF9445080F9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神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uf2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5E7888-DA4A-1DC0-6239-041FD222C56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5798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3EC3E-07A1-4DA2-60D7-A8C3DF5F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4E3DB9F1-583F-D512-EE4A-F5ACD8ABE6D0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799F7B-ADC7-F7D0-15D8-37937630ABE3}"/>
              </a:ext>
            </a:extLst>
          </p:cNvPr>
          <p:cNvSpPr txBox="1"/>
          <p:nvPr/>
        </p:nvSpPr>
        <p:spPr>
          <a:xfrm>
            <a:off x="1264274" y="3789040"/>
            <a:ext cx="59663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097AEE-F3EF-1FA7-76B0-C16BFF33CB4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446FCC-4426-21F3-6670-2615C767E0D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FB834C-031B-EA41-25A9-888B91E165D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AFA54A-62FC-D177-ED17-8466C9D372F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965EEF-E8C8-3D9C-FC48-C65580726C7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370D0D-AE1E-8D01-DF53-6D394E38AA9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BBE4F19-65B9-4A29-ED4C-98390FA03F53}"/>
              </a:ext>
            </a:extLst>
          </p:cNvPr>
          <p:cNvSpPr txBox="1"/>
          <p:nvPr/>
        </p:nvSpPr>
        <p:spPr>
          <a:xfrm>
            <a:off x="3832112" y="213098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纟糸糹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A5A99F-F6C2-3049-09D4-E0395B6FB46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906C2A-B5B2-E6AB-C1C4-8923A43C703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7F0DC3-9179-816F-3642-EB04C24FF6F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线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xm4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BF81E4-16AD-B4D5-4349-00B298D1490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930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9DF3F-D522-4420-5C29-A1C548D7A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6B05EF27-BC98-FD23-3C03-74F55327DF4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CCAC9E-9639-96DB-E42B-517B77CDACEE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D913C6-591C-C5A4-2546-882F48CDE40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8C4C1A-01CB-2AF1-0625-081AB67C679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AAB172-732B-7117-1950-228309CE67C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5E757C-6418-BD86-BB30-6950D68832C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2A62E9-D9F6-E0CD-B50D-F1550E10A17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AC0CCDD-390B-4EC7-F70E-2542D1F4B04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C02B80D-6562-2783-CEBA-AA53ADE06E49}"/>
              </a:ext>
            </a:extLst>
          </p:cNvPr>
          <p:cNvSpPr txBox="1"/>
          <p:nvPr/>
        </p:nvSpPr>
        <p:spPr>
          <a:xfrm>
            <a:off x="3832112" y="2130985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sh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0FB996-8AC2-E654-7D24-8B773C93D42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25C996-023D-96CF-8684-31F7B8ECB9A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900005-5E94-8374-E196-3008FDD9C94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碾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nm3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CD8C6A-0207-7236-879A-1305B2DBBA0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8438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A35FE-3D38-34DE-3800-A165188C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7EE70B9-076D-581A-FFCD-1BFB0B19A2A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尸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7CBA14-2132-D5C0-5074-42C23C82F927}"/>
              </a:ext>
            </a:extLst>
          </p:cNvPr>
          <p:cNvSpPr txBox="1"/>
          <p:nvPr/>
        </p:nvSpPr>
        <p:spPr>
          <a:xfrm>
            <a:off x="1264274" y="3789040"/>
            <a:ext cx="82426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ED5550-7FAB-7E78-12BD-B3BA1E5582F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A0B000-7327-F632-1EE2-4B7D5DF42A5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FD30FF-914C-3579-D75B-35031F0316A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3A4524-2989-E96D-A924-7835CE81DC6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76D050-4AB1-7A1C-F721-EAC799D8E8C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3C81A92-3040-5733-BB6C-018061319B8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FB96B03-2337-F0F5-6B7A-15ED2DC6340B}"/>
              </a:ext>
            </a:extLst>
          </p:cNvPr>
          <p:cNvSpPr txBox="1"/>
          <p:nvPr/>
        </p:nvSpPr>
        <p:spPr>
          <a:xfrm>
            <a:off x="3832112" y="2130985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sh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FD1704-0794-F44A-8984-C37C3D9FE09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A01844-4D91-3D5A-8A8F-E82DCEDC2BF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7B9D2F-FD92-BC2C-B7C9-B26A1A80638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屉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000FC0-3137-FB8C-B819-D292AB412A7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尸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1746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CD787-2BD8-AF70-85E7-3CA2BE74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8D9FF27-7A70-1D3C-3110-12AD08D9FBF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7737E7-4A6C-DD1F-A569-FC46FDCEE7C8}"/>
              </a:ext>
            </a:extLst>
          </p:cNvPr>
          <p:cNvSpPr txBox="1"/>
          <p:nvPr/>
        </p:nvSpPr>
        <p:spPr>
          <a:xfrm>
            <a:off x="1264274" y="3789040"/>
            <a:ext cx="6046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38A5A4C-B353-A781-0CBD-EED0DFD8745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624117-F071-D3D3-2161-31962BF5ECB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946189-E98A-6CCD-D703-2E377C6608F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693537-120C-47C4-96CE-B49FDE2F023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1C348D0-611B-9796-D5DF-64EDFC87FB9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AF0E41D-2A52-53C5-3387-773C6357626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C19796A-2862-7B3C-8C7F-D8C9AC657195}"/>
              </a:ext>
            </a:extLst>
          </p:cNvPr>
          <p:cNvSpPr txBox="1"/>
          <p:nvPr/>
        </p:nvSpPr>
        <p:spPr>
          <a:xfrm>
            <a:off x="3832112" y="2130985"/>
            <a:ext cx="1338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sh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s</a:t>
            </a:r>
          </a:p>
          <a:p>
            <a:r>
              <a:rPr lang="ja-JP" altLang="en-US" sz="2000" dirty="0">
                <a:latin typeface="+mn-ea"/>
              </a:rPr>
              <a:t>ナ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87920D-3FDE-079F-FFAE-D94776FF0D4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6CD121-8A9B-A553-8906-17E71977D95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5EA640-91B5-4F41-B19D-03F6572F5D4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直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47963E-1441-D1EC-40CA-7A6E317F6D6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十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81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8B8D8-086B-886A-6E61-4C5C95A40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66BB6A4-CE3B-4330-82B6-11CC1056ECB8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006357-6B55-6A4C-4AA0-1AA6C335E902}"/>
              </a:ext>
            </a:extLst>
          </p:cNvPr>
          <p:cNvSpPr txBox="1"/>
          <p:nvPr/>
        </p:nvSpPr>
        <p:spPr>
          <a:xfrm>
            <a:off x="1264274" y="3789040"/>
            <a:ext cx="101181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D7BF53-34FE-FF1E-0F56-52EAA45195D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781BFC-8E26-2A14-8677-273B6ACD9F6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AD1E66-6EB2-A392-B717-F50386AE4BD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42987E-453A-C8CC-C6B9-6BE18F053E3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1A5B52-33A0-1F8F-3D9B-45E885B0FE0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41FE95D-CB93-0233-38CB-14428843560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6300A21-BB58-51D1-BD3C-6698FEA8FF23}"/>
              </a:ext>
            </a:extLst>
          </p:cNvPr>
          <p:cNvSpPr txBox="1"/>
          <p:nvPr/>
        </p:nvSpPr>
        <p:spPr>
          <a:xfrm>
            <a:off x="3832112" y="2130985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厶</a:t>
            </a:r>
            <a:r>
              <a:rPr lang="en-US" altLang="zh-CN" sz="2000" dirty="0">
                <a:latin typeface="+mn-ea"/>
              </a:rPr>
              <a:t>si1</a:t>
            </a:r>
            <a:r>
              <a:rPr lang="zh-CN" altLang="en-US" sz="2000" dirty="0">
                <a:latin typeface="+mn-ea"/>
              </a:rPr>
              <a:t>（私）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7FFFE1-F45F-F50C-7EEE-E5636496730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9B6CFF-922C-28B0-6E13-A41DD2885FF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42E2A8-3D9B-C1BA-A31E-21206DF67F1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篡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4A3122-985B-3CC2-C422-F4915ED6A3C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厶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858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11B2-6DD9-95DA-8052-278FA0172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BC0BB80-D96B-AD5F-4623-DC29721B0C7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6D72FB-E0E0-98BF-A995-4309F1AAAC49}"/>
              </a:ext>
            </a:extLst>
          </p:cNvPr>
          <p:cNvSpPr txBox="1"/>
          <p:nvPr/>
        </p:nvSpPr>
        <p:spPr>
          <a:xfrm>
            <a:off x="1264274" y="3789040"/>
            <a:ext cx="9909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A20D0F-20BB-29A3-B4E5-BD4AA6942F4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77FBE6-075A-ABBA-76A7-C430B574282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97E103-CD25-C8E5-7E68-7F4578F1DF9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84E7D3-738B-5B38-8A00-00E7953258F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960C32-6B9A-52E5-23E3-33D02BFFC41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107A4FB-72E7-8B19-F0BB-15C33A29199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483EC38-128E-9F11-C107-1C295F256AC5}"/>
              </a:ext>
            </a:extLst>
          </p:cNvPr>
          <p:cNvSpPr txBox="1"/>
          <p:nvPr/>
        </p:nvSpPr>
        <p:spPr>
          <a:xfrm>
            <a:off x="3832112" y="21309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巳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BACC8A-6AD7-9BFC-9DC7-568B2251AEF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0A9090-75C0-7A5F-B80A-94A607914EB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F9EA8B-320E-FEEA-377F-2B50E642665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AF2281-AFC5-D5C8-55CD-8CAE6205FA9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4619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CD5B1-98F8-28F9-AEF2-2EA112039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51BA58A-E584-2799-9C04-685796CB774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彳幺夕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2862DA-DD79-59C5-782E-E1FC607BD7DE}"/>
              </a:ext>
            </a:extLst>
          </p:cNvPr>
          <p:cNvSpPr txBox="1"/>
          <p:nvPr/>
        </p:nvSpPr>
        <p:spPr>
          <a:xfrm>
            <a:off x="1264274" y="3789040"/>
            <a:ext cx="79220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58AE60-76EB-9FC5-7E25-4B50581A967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C6C35F-0561-6847-C9A9-623072840F4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AF0105-0A8A-EB9C-BA38-22852AECB53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10206A-5573-B132-3B79-9701BD44204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BE0E45-0702-9863-60A9-8CF18339079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09A3E40-AEC4-0C57-AB6C-60AC355B611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B59ED29-952D-8BFA-1195-31C6F5755B32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土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B78588-BCAB-923E-61FF-713845F1B39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066AD0-08D0-8B18-C4E2-C655E2B2A7B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B9E2B6-5BA6-EB50-A959-C33230454ADD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yk2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  <a:p>
            <a:pPr algn="ctr"/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（堯）</a:t>
            </a:r>
            <a:endParaRPr lang="en-US" altLang="zh-CN" sz="4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8927-07D1-DFF3-E4C1-2C2037A00AC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9880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F4647-0BD4-C4F1-5B0A-5C5B865D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5118302-71D5-7633-1534-BB07D58F810A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幺夕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CB2A70-E91C-34D2-7C1A-6AFD475073EB}"/>
              </a:ext>
            </a:extLst>
          </p:cNvPr>
          <p:cNvSpPr txBox="1"/>
          <p:nvPr/>
        </p:nvSpPr>
        <p:spPr>
          <a:xfrm>
            <a:off x="1264274" y="3789040"/>
            <a:ext cx="5886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E18F8D-E458-A1C5-0F1F-93628636316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0E19EE-EFD5-C1D7-2D9E-F08169F0AF6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C0DB6E-4323-4502-DC8B-36F4169962D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CECB59-35AE-5C59-C0B4-4A1F8014BBA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8D9E11-4E27-B07E-C670-3E5479227B4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DF66098-0561-E4FA-0EFE-928AC1CD8AF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18A4302-51EE-9CA2-C1F5-269CD2CA0FBD}"/>
              </a:ext>
            </a:extLst>
          </p:cNvPr>
          <p:cNvSpPr txBox="1"/>
          <p:nvPr/>
        </p:nvSpPr>
        <p:spPr>
          <a:xfrm>
            <a:off x="3832112" y="2130985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含彳取彳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“行”简并至此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E78ED5-60EC-D1F4-E518-4A70C82A909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15EA09-8EA2-E2CD-7188-7F224E42A91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7733F7-ACD9-B338-FB27-D2400EE9056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衡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hg2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4A4D5F-1F48-6B8F-B967-F03AA5D9AC7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2053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C664-9394-E899-D700-9407FE72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44B83F8-0AE0-3542-1B9D-1A98136AE910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幺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7CDFB5-01AA-4862-E6DE-79620E294936}"/>
              </a:ext>
            </a:extLst>
          </p:cNvPr>
          <p:cNvSpPr txBox="1"/>
          <p:nvPr/>
        </p:nvSpPr>
        <p:spPr>
          <a:xfrm>
            <a:off x="1264274" y="3789040"/>
            <a:ext cx="7761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A93BE6-572A-4F0C-716D-AA896CA0B33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B3B312-DA89-E28C-59D5-02738DB7E82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5820BC-36D3-192B-0DFF-C9928C14FC5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6938F7-04B4-ED80-6257-D6DD7D4B1C6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AD91B8-BF45-71A8-CCB1-2A44CD60E70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42AD41D-4255-97BD-844B-F9A4CFA053A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F5961B5-A9ED-DB4D-3BEC-180F367C8798}"/>
              </a:ext>
            </a:extLst>
          </p:cNvPr>
          <p:cNvSpPr txBox="1"/>
          <p:nvPr/>
        </p:nvSpPr>
        <p:spPr>
          <a:xfrm>
            <a:off x="3832112" y="21309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B3CB00-D28C-D044-B9D8-DFA494F027A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0E58A1-DAAE-0055-D0DA-969D690C4F5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C0FB7F-35A1-EE9D-32C1-B93838C8A97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6997A5-A4E3-EB7C-2092-4A033C0DC3E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幺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6088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1F4C-BB93-CF18-D8F0-8F3AE4244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1297BB3-1AB4-5D85-57FA-C00EE1B0E8D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彳幺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4EC4C8-21D7-D7A8-10CC-4C49A3DBFDBD}"/>
              </a:ext>
            </a:extLst>
          </p:cNvPr>
          <p:cNvSpPr txBox="1"/>
          <p:nvPr/>
        </p:nvSpPr>
        <p:spPr>
          <a:xfrm>
            <a:off x="1264274" y="3789040"/>
            <a:ext cx="7649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tx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C1BE23-FDBA-2396-8F9B-E8D00548364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F52378-C60E-680D-1623-944A7F7BA13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C217C3-D4B8-C0E9-3B54-57C3D2DE497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AD2F84-2408-E8DF-78D6-783AF4FB776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B89FBC-B4A0-E40C-A624-28D5A461009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2AE5F5E-5E97-2066-E19B-4F38642D8DB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A29E1F5-048B-8BBA-2B38-17D958311B44}"/>
              </a:ext>
            </a:extLst>
          </p:cNvPr>
          <p:cNvSpPr txBox="1"/>
          <p:nvPr/>
        </p:nvSpPr>
        <p:spPr>
          <a:xfrm>
            <a:off x="3832112" y="2130985"/>
            <a:ext cx="1412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片假</a:t>
            </a:r>
            <a:r>
              <a:rPr lang="ja-JP" altLang="en-US" sz="2000" dirty="0">
                <a:latin typeface="+mn-ea"/>
              </a:rPr>
              <a:t>タ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ta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8230E2-1DD8-F0DF-EAA9-B65696EE142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00F93-DFA3-4B59-E30E-23E1DF18C1B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88042F-1BBA-13D4-712E-F628EAFBF2D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wl4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D1CECB-7636-1B2F-E06F-2F6FDA717E4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夕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7071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8544E-0160-AFEC-1071-61526321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D6B3E57-D358-76FB-4836-B2CCC4BCC94F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彳幺夕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1D3D7A-31B9-4DBD-AD5D-41086B9AA80C}"/>
              </a:ext>
            </a:extLst>
          </p:cNvPr>
          <p:cNvSpPr txBox="1"/>
          <p:nvPr/>
        </p:nvSpPr>
        <p:spPr>
          <a:xfrm>
            <a:off x="1264274" y="3789040"/>
            <a:ext cx="100380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AEBA93-D8EC-7EFB-F504-F45B92FB0C5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7DEC2A-4653-6F6E-7169-E9C462F9E24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09D564-EA81-1EAB-6172-A6ED3797961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30F91F6-725D-AB2D-4EB8-8AFD163DA60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5C48B0-C65C-F061-2CBE-8AEB3E04576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5DF0487-0D23-31F4-14C8-B701CB0D479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960FD40-AF9F-FBE0-C3CE-B761F61094DB}"/>
              </a:ext>
            </a:extLst>
          </p:cNvPr>
          <p:cNvSpPr txBox="1"/>
          <p:nvPr/>
        </p:nvSpPr>
        <p:spPr>
          <a:xfrm>
            <a:off x="3856241" y="2124894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田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“申”代替为此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4A01BB-84B7-9C4F-9935-C510491FED6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9B3CB4-3C55-E206-EDC5-F7B19B51B9F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92CCD3-10A3-A167-EB30-8710EF67DBE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畴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ib2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1D4F72-FC53-8C18-C63D-EFB20B24972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</a:p>
        </p:txBody>
      </p:sp>
    </p:spTree>
    <p:extLst>
      <p:ext uri="{BB962C8B-B14F-4D97-AF65-F5344CB8AC3E}">
        <p14:creationId xmlns:p14="http://schemas.microsoft.com/office/powerpoint/2010/main" val="1001281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8BFFF-4CBF-985D-3A0F-D57751BB8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C86DFF13-C8D0-8B0C-D03A-8A7574F0F992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E5E45C-F638-195C-AFE6-C2FAD5593F82}"/>
              </a:ext>
            </a:extLst>
          </p:cNvPr>
          <p:cNvSpPr txBox="1"/>
          <p:nvPr/>
        </p:nvSpPr>
        <p:spPr>
          <a:xfrm>
            <a:off x="1264274" y="3789040"/>
            <a:ext cx="11320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4AAF74-1C36-7FFF-BA6A-30F88B691BF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A745C4-7D5B-126C-378D-C5DE5BAF23A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CB347D-E8FA-DB26-34B3-0BD6B721C81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38A606-0367-8E48-B659-C7D3E28C799C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B93A80-122D-73CB-FB40-4797DB75C83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7E00B2C-49ED-1DEB-4CE9-8223965F669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AE9F2BB-588E-3CAA-AC10-D6DA35C973C6}"/>
              </a:ext>
            </a:extLst>
          </p:cNvPr>
          <p:cNvSpPr txBox="1"/>
          <p:nvPr/>
        </p:nvSpPr>
        <p:spPr>
          <a:xfrm>
            <a:off x="3856241" y="2124894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见前面调整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包括“夊夂”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01FE3B-4579-8B7A-966B-8CF0552FC76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8454AA-3174-2462-6F0D-B2B85282A97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531E8E-0FBA-6438-3C16-870C4358B740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教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jc1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jc4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800790-556C-751D-2897-C9981AF2486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ADCDF75-5A7D-904B-625D-D129E746B998}"/>
              </a:ext>
            </a:extLst>
          </p:cNvPr>
          <p:cNvSpPr txBox="1">
            <a:spLocks/>
          </p:cNvSpPr>
          <p:nvPr/>
        </p:nvSpPr>
        <p:spPr>
          <a:xfrm>
            <a:off x="1043608" y="44624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6660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EEB6-1447-3F19-A11A-D5D1119C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3D60FA32-5873-EC56-B87E-91D6C67D4968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矢手食山士豕身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FB079E-63F5-8648-40A7-A4C3B31D5F1B}"/>
              </a:ext>
            </a:extLst>
          </p:cNvPr>
          <p:cNvSpPr txBox="1"/>
          <p:nvPr/>
        </p:nvSpPr>
        <p:spPr>
          <a:xfrm>
            <a:off x="1264274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uv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FCC788-AEA6-2825-7BB2-6A8C1B1BFC5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7FB25B-851A-7BFB-43D5-F148F9C1BC3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2C910C-4EFC-E720-F3A6-D3E51F95671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98F8DC-9A82-7BD9-D589-99E1347B6B83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4BCFF0-6EB4-B4E3-A77C-DB6A1C33322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35CE550-88C0-1B8D-D644-D18727D974C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42E7454-E89D-379E-1973-E43B45173BAC}"/>
              </a:ext>
            </a:extLst>
          </p:cNvPr>
          <p:cNvSpPr txBox="1"/>
          <p:nvPr/>
        </p:nvSpPr>
        <p:spPr>
          <a:xfrm>
            <a:off x="3856241" y="21248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水氵氺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421537-68DD-DD27-033C-ACA5DE0F7C6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221EE1-D79F-929A-9CAB-A247B13749F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9B8CE0-152B-0004-E610-3C93276FDAE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tm1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EC4046-DA6A-6607-1076-9085EE52727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水</a:t>
            </a:r>
          </a:p>
        </p:txBody>
      </p:sp>
    </p:spTree>
    <p:extLst>
      <p:ext uri="{BB962C8B-B14F-4D97-AF65-F5344CB8AC3E}">
        <p14:creationId xmlns:p14="http://schemas.microsoft.com/office/powerpoint/2010/main" val="3270415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AE60E-30D9-4268-362C-F3C4B5FF2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4B5CAB3E-0F8F-C5BB-B7C1-675750A52ADD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矢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手食山士豕身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93F0D9-1788-E206-18A1-158E6CB9823C}"/>
              </a:ext>
            </a:extLst>
          </p:cNvPr>
          <p:cNvSpPr txBox="1"/>
          <p:nvPr/>
        </p:nvSpPr>
        <p:spPr>
          <a:xfrm>
            <a:off x="1264274" y="3789040"/>
            <a:ext cx="73770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2ED658-8482-03EA-B185-FB339615395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B947A6-9E87-BF7D-8AE0-B20F270CA78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DCE965-82FD-79B2-5649-39E24071C9E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C59666-D0FC-81F1-A832-DAC840FADDC9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72FB29-524D-41A9-8C4B-475D908F7BB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DD7C68A-5A8C-0566-2DF8-096C5A1A2D8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BE62995-640F-D049-0C62-18923BA799DE}"/>
              </a:ext>
            </a:extLst>
          </p:cNvPr>
          <p:cNvSpPr txBox="1"/>
          <p:nvPr/>
        </p:nvSpPr>
        <p:spPr>
          <a:xfrm>
            <a:off x="3856241" y="2124894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矢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“夫”代替为此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93C187-AF7F-692B-6872-993531B624E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FDA1D1-CADA-D599-7199-0459F7A66B1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ACA22B-F8B8-3812-0F71-18E1D7B5D55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矩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03188B-C7F0-74DB-1020-9927FBB1402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矢</a:t>
            </a:r>
          </a:p>
        </p:txBody>
      </p:sp>
    </p:spTree>
    <p:extLst>
      <p:ext uri="{BB962C8B-B14F-4D97-AF65-F5344CB8AC3E}">
        <p14:creationId xmlns:p14="http://schemas.microsoft.com/office/powerpoint/2010/main" val="341694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0E8C-355B-5CB2-2256-3195CECF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CA65B06-77E6-1FDD-49F5-96AA9D01AF59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手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2FDCA0-5C77-56F2-DB83-BEDCE8B0D06D}"/>
              </a:ext>
            </a:extLst>
          </p:cNvPr>
          <p:cNvSpPr txBox="1"/>
          <p:nvPr/>
        </p:nvSpPr>
        <p:spPr>
          <a:xfrm>
            <a:off x="1264274" y="3789040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558E39-78AA-A263-7399-F8DD57C12B5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B7BB89-C450-71EE-DEA0-148483392E2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919BC1-5738-B64C-DF10-0F6680135BA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FC1674-9C67-0778-6ADB-8562438041C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0F8D89-CFF3-A1B3-9604-74B9853F079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E049A6F-32B3-C853-1A34-16761FB46E0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3C56A46-062C-9F9E-BF82-6E8214A787C6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手扌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0E6F4E-05B0-8414-1453-D8B08167D7B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B38B68-EE35-D8A0-A479-7F3C79ED666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91B640-0FDE-7BDF-7B2D-3B86E26FF7B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推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tv1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401BC1-DE8B-FF9F-EE5E-81CA8543B02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手</a:t>
            </a:r>
          </a:p>
        </p:txBody>
      </p:sp>
    </p:spTree>
    <p:extLst>
      <p:ext uri="{BB962C8B-B14F-4D97-AF65-F5344CB8AC3E}">
        <p14:creationId xmlns:p14="http://schemas.microsoft.com/office/powerpoint/2010/main" val="1797212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2820F-802E-ACA6-0383-E969D9ED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434A34A-6F75-5815-DFB4-E3CB57368079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食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82F3D3-A2DE-4CAC-3A8B-555E247E5552}"/>
              </a:ext>
            </a:extLst>
          </p:cNvPr>
          <p:cNvSpPr txBox="1"/>
          <p:nvPr/>
        </p:nvSpPr>
        <p:spPr>
          <a:xfrm>
            <a:off x="1264274" y="3789040"/>
            <a:ext cx="81304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D8D971-7F62-8208-7F73-424166189D9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A6BEE3-54F3-B4D0-5383-163688A84CA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162A89-9096-D9D2-6AF0-D09E036EB81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66E2C3-6C95-5A6F-B25B-1292D6C2AB83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6BA596-1C9C-2E87-09A7-E27A0B382B1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E583DB0-D48E-3A7C-A93D-5280FCC7B81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F093585-9EDB-09B3-A5DD-DCEECFFF0D91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食饣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C9A13F-1DFA-8BAF-1E9B-F96DB82A491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57E2F8-9EA1-1071-6FC5-3595B57538A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B9B911-2BD1-EDD3-77CE-FCE3FBFD82D1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饮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yn3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EE0743-3D56-7A6F-9AEF-69D4D2B1F14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食</a:t>
            </a:r>
          </a:p>
        </p:txBody>
      </p:sp>
    </p:spTree>
    <p:extLst>
      <p:ext uri="{BB962C8B-B14F-4D97-AF65-F5344CB8AC3E}">
        <p14:creationId xmlns:p14="http://schemas.microsoft.com/office/powerpoint/2010/main" val="3603511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8F68A-C184-560B-D51F-048609A9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BAE9E89-F267-1634-755D-079CE0472B4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山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5CE79C-DAC7-8EA9-F1B4-82BAC25DFCEB}"/>
              </a:ext>
            </a:extLst>
          </p:cNvPr>
          <p:cNvSpPr txBox="1"/>
          <p:nvPr/>
        </p:nvSpPr>
        <p:spPr>
          <a:xfrm>
            <a:off x="1264274" y="378904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E75254-2B26-CE8F-30BA-4CED677D92B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2D24EF-36AB-48F5-6836-B715EFA1FEB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551162-A4D8-560D-A9E5-BF44CDD10F6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363555-BC9C-206B-1625-4D6BD8783B33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2CF1DE-31CA-6BE5-DBCC-8E940C72771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355523D-019A-F3C7-BAE5-F7BC0101098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C4460AB-E297-98F5-3F13-CF0903636943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山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302A1E-7D3E-2DED-D0E0-333AD1AF809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9F601B-4C59-DCD3-01EF-379820A23A5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EDEE9A-38DA-E0A1-D955-70EC34C58A53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1724FD-D9A2-9E21-3F94-F66D2B2A40D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山</a:t>
            </a:r>
          </a:p>
        </p:txBody>
      </p:sp>
    </p:spTree>
    <p:extLst>
      <p:ext uri="{BB962C8B-B14F-4D97-AF65-F5344CB8AC3E}">
        <p14:creationId xmlns:p14="http://schemas.microsoft.com/office/powerpoint/2010/main" val="1627985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89F1F-9377-F68E-9B60-BB044ADF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797F12B-D9D4-2A1E-DE6E-4E96CB805E5D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士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5E46A4-9932-F8D2-4C61-47F55A0A27AA}"/>
              </a:ext>
            </a:extLst>
          </p:cNvPr>
          <p:cNvSpPr txBox="1"/>
          <p:nvPr/>
        </p:nvSpPr>
        <p:spPr>
          <a:xfrm>
            <a:off x="1264274" y="3789040"/>
            <a:ext cx="94448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uh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251EF8-7673-2741-8547-68254B89C37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841977-2F20-5A0F-8DBB-F2C5A76B979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BC49E5-3555-0116-2CE1-1CB16E8E9C2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1AEA47-4B54-EAD0-46F9-E277F359116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2A9DC6-01DF-C7F6-349F-9DDF173C125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5DBC52-19BC-EF4C-5D9A-2D93A738EF8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6BFFED7-F386-F7A6-B72A-362A4942913E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士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FB8EE9-53BE-DA9E-A987-783E4BCE259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F30FB0-24E2-BCEF-0605-DC7D4A74A22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240B79-B12E-6174-AAD1-D1419A0B0044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壹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AAAF25-9D8C-A8AA-D5BA-E254E435EBB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士</a:t>
            </a:r>
          </a:p>
        </p:txBody>
      </p:sp>
    </p:spTree>
    <p:extLst>
      <p:ext uri="{BB962C8B-B14F-4D97-AF65-F5344CB8AC3E}">
        <p14:creationId xmlns:p14="http://schemas.microsoft.com/office/powerpoint/2010/main" val="2816686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63CD6-9872-1B6B-5F7A-EEA4D583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B002C23B-2E36-D5E7-5A7B-488EB5161F6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水矢手食山士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8F74E0-CF7E-CB43-A010-D09898F82207}"/>
              </a:ext>
            </a:extLst>
          </p:cNvPr>
          <p:cNvSpPr txBox="1"/>
          <p:nvPr/>
        </p:nvSpPr>
        <p:spPr>
          <a:xfrm>
            <a:off x="1264274" y="3789040"/>
            <a:ext cx="95250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B62623-F8E0-892F-C30B-3AB9B1FA645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71598C-2CED-225B-66A5-9FED2391740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4B7A15-E5FA-4804-065A-CB517DA3161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217591-9580-1438-8C26-5001301904EB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C7777F-D0F2-CE4F-C32C-6771CA71EF3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942F78A-4718-A19C-9160-5D453E8BE3C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381DC5F-02FB-2362-68F1-C2EA96F0E684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豕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01C387-3C69-4F9A-6304-2D79F239314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0A2CE0-8177-9F61-5A84-4579AB7C018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F6DDEA-1131-3986-8247-72FFA595D033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hv1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8F41DF-F31D-9182-7AC9-3A7BBC2ED17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豕</a:t>
            </a:r>
          </a:p>
        </p:txBody>
      </p:sp>
    </p:spTree>
    <p:extLst>
      <p:ext uri="{BB962C8B-B14F-4D97-AF65-F5344CB8AC3E}">
        <p14:creationId xmlns:p14="http://schemas.microsoft.com/office/powerpoint/2010/main" val="3744260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FB5F-A7FB-6247-EB67-7881AF94B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338A4BA-8EB4-DD61-705A-52BED101B427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水矢手食山士豕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DD5296-CF3C-EE8C-264C-8D0C3292B391}"/>
              </a:ext>
            </a:extLst>
          </p:cNvPr>
          <p:cNvSpPr txBox="1"/>
          <p:nvPr/>
        </p:nvSpPr>
        <p:spPr>
          <a:xfrm>
            <a:off x="1264274" y="3789040"/>
            <a:ext cx="7777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uf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36971B-6060-2B7D-37AD-93A2A9AEFCD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31ED1FD-C6AF-11C9-3015-8325EDB8453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12F785-5067-5606-70CB-60768DCD637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1B00136-B3EF-3832-99E6-F60E09AD3ECD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10BA46-6AC9-9490-B281-3D10DB638FF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F01C212-125A-B098-6F68-B5C80171D51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609A387-26BA-E62D-B2CC-E6AFF80CB0CB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身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BCD8E0-C1CF-9E8A-A753-B0D60249AD3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4C1359-0F65-4171-14FD-FE8DA1C92AB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B8826F-7D56-741B-4233-3FCEF21D8785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躲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do3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F93053-6DEE-F1D2-022A-698FAF2C808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身</a:t>
            </a:r>
          </a:p>
        </p:txBody>
      </p:sp>
    </p:spTree>
    <p:extLst>
      <p:ext uri="{BB962C8B-B14F-4D97-AF65-F5344CB8AC3E}">
        <p14:creationId xmlns:p14="http://schemas.microsoft.com/office/powerpoint/2010/main" val="315089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7C07-BADA-3DED-3231-545F9CA00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22194EA-445D-3FB5-2BB3-37DBAE585FDA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067BDA-EEFC-53EE-ED67-AA46BBB212C6}"/>
              </a:ext>
            </a:extLst>
          </p:cNvPr>
          <p:cNvSpPr txBox="1"/>
          <p:nvPr/>
        </p:nvSpPr>
        <p:spPr>
          <a:xfrm>
            <a:off x="1264274" y="3789040"/>
            <a:ext cx="79541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2E6410-45D6-ECBF-B8E8-B35CDADFE9C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98D087-CC4F-E4B4-58C1-6D4E3858E7F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322497-A467-B9D7-A981-51B08AD5558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54C418-2632-213D-08C9-50140C4F85E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2421CA-9B2A-5B9A-E3C8-A29E153ECC9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568319A-905C-D1E8-F989-58B5E6F6E17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7A4668-C3D1-5082-7A51-BBB3F2DFEB4B}"/>
              </a:ext>
            </a:extLst>
          </p:cNvPr>
          <p:cNvSpPr txBox="1"/>
          <p:nvPr/>
        </p:nvSpPr>
        <p:spPr>
          <a:xfrm>
            <a:off x="3856241" y="2124894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众（衆眾）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yin2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8953AA-4302-AD2A-DB8D-8A676CBA14E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68B72D-EA32-9DD5-BAEE-938AA6AEBFC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84C0AC-8C87-41A2-3F88-A5FE4247F03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聚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7BEB6A-4AE0-CED6-5E3A-F9A1157B0B1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4AFF36E-5142-CB65-6353-468680AD4233}"/>
              </a:ext>
            </a:extLst>
          </p:cNvPr>
          <p:cNvSpPr txBox="1">
            <a:spLocks/>
          </p:cNvSpPr>
          <p:nvPr/>
        </p:nvSpPr>
        <p:spPr>
          <a:xfrm>
            <a:off x="1044472" y="44624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4372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015B-29EB-B82A-71DD-63CEBC46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A0FE8D8-A9EB-4132-9DE2-0448AB9E3A6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舟止爪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742E68-E202-5D35-67CE-CAC8FFAE7E82}"/>
              </a:ext>
            </a:extLst>
          </p:cNvPr>
          <p:cNvSpPr txBox="1"/>
          <p:nvPr/>
        </p:nvSpPr>
        <p:spPr>
          <a:xfrm>
            <a:off x="1264274" y="3789040"/>
            <a:ext cx="9060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vg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696DAA-88CD-8E34-088E-B93FE951A5A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64A1653-E62F-FE6B-61B2-4654E5D1684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512A41-D5F0-9A44-5BBB-345EDD66042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60D698-EF0F-BEB0-0E1D-702C4B4044D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342F2-90C3-A219-5E06-8FE66DB2EFA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0DCEB52-D306-E1F5-6CDA-56657E7670C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D8DC6E7-2AA2-8A28-9B80-CB480F74C55C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8827F9-0810-97D2-E03F-86A76D435C2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0D4468-5E57-7E01-DBB1-CAC65D7786D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ACEDC7-3D68-B877-D527-9F637222A7B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静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j;4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26F59-22A1-0FE7-CEC9-3AE746EFF1C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争</a:t>
            </a:r>
          </a:p>
        </p:txBody>
      </p:sp>
    </p:spTree>
    <p:extLst>
      <p:ext uri="{BB962C8B-B14F-4D97-AF65-F5344CB8AC3E}">
        <p14:creationId xmlns:p14="http://schemas.microsoft.com/office/powerpoint/2010/main" val="3712965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67082-CB89-4CBD-8882-A8800B6B1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010AD1F2-3D71-B75F-59A0-CE0AE2DF04F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舟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CD563D-9F29-CD89-AEE3-0D69F5999747}"/>
              </a:ext>
            </a:extLst>
          </p:cNvPr>
          <p:cNvSpPr txBox="1"/>
          <p:nvPr/>
        </p:nvSpPr>
        <p:spPr>
          <a:xfrm>
            <a:off x="1264274" y="3789040"/>
            <a:ext cx="94448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E4157E-072F-82FC-18F3-26FF6522AA0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AC51D7-83DD-EA68-19CA-0551395D4D2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58CC6B-CC6A-7A87-B45F-84AB862D871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AF30E5-C196-2BAA-F3A0-88512903A676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C5E293-D77A-93F3-CB24-AFAE76F841E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4944A49-57E4-84FC-D74D-0296F9248ED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845C5C7-021D-BE61-5914-B7B84A690E81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舟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CA02B5-BAAE-7D3C-5E57-DF21A0F92A7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5506D7-3113-6E94-AD2C-E84C81E58CA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3A12FC-8754-B142-51B2-43496CECEE8A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舫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fh3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8E4B8F-2607-1E07-BA7C-8152318FF61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舟</a:t>
            </a:r>
          </a:p>
        </p:txBody>
      </p:sp>
    </p:spTree>
    <p:extLst>
      <p:ext uri="{BB962C8B-B14F-4D97-AF65-F5344CB8AC3E}">
        <p14:creationId xmlns:p14="http://schemas.microsoft.com/office/powerpoint/2010/main" val="1752832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2FE40-F296-C8F1-ED05-90E56EDA0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3FFFBC61-BF49-0644-515B-35851B987B58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止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FE156A-EDEA-8491-469C-5C89B4EA6C23}"/>
              </a:ext>
            </a:extLst>
          </p:cNvPr>
          <p:cNvSpPr txBox="1"/>
          <p:nvPr/>
        </p:nvSpPr>
        <p:spPr>
          <a:xfrm>
            <a:off x="1264274" y="3789040"/>
            <a:ext cx="73289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C2019C-F53F-1FB7-856C-F9DE286F12C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A80190-E1B1-503E-AE3E-1343E6707C9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CA103E-EE5F-02C5-AB1F-540271185BD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103526-2677-128E-B45C-660E1E7BAD5A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AAD827-816D-B732-0B04-DCB9939E2E1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4E08295-AF37-F2EC-D250-1B13C0C619D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276D624-ECB0-536E-7553-730A00582184}"/>
              </a:ext>
            </a:extLst>
          </p:cNvPr>
          <p:cNvSpPr txBox="1"/>
          <p:nvPr/>
        </p:nvSpPr>
        <p:spPr>
          <a:xfrm>
            <a:off x="3856241" y="2124894"/>
            <a:ext cx="21595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止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“正”代替为此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zh-CN" dirty="0"/>
              <a:t>疋𤴔龰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76765EF-1A3E-2167-6C21-A45A9C46637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2F8E62-5F79-D929-9B85-17DC08F6311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475809-E293-B192-E832-28AAAD4B701A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步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F04B7A-58AC-3C6C-5362-A44A5BFAF98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止</a:t>
            </a:r>
          </a:p>
        </p:txBody>
      </p:sp>
    </p:spTree>
    <p:extLst>
      <p:ext uri="{BB962C8B-B14F-4D97-AF65-F5344CB8AC3E}">
        <p14:creationId xmlns:p14="http://schemas.microsoft.com/office/powerpoint/2010/main" val="2368854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B9065-77B3-81DC-05CB-092C14379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B6B11A6-3472-DC5A-EA56-A52159AAA40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C3B596-94F0-5537-2532-7A4549D9B021}"/>
              </a:ext>
            </a:extLst>
          </p:cNvPr>
          <p:cNvSpPr txBox="1"/>
          <p:nvPr/>
        </p:nvSpPr>
        <p:spPr>
          <a:xfrm>
            <a:off x="1259632" y="3789040"/>
            <a:ext cx="112723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85C6FD-7246-4316-CCFF-BE8901D08CE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9EE8FA-32DF-4797-1408-87BDF960D50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876038-A04E-ED4A-5ACD-08E6B78FAFF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C9EE25-791D-BE0E-8E8B-A076D9C9934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59A7D1-52EA-574C-E23C-F23E3D2A4EF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9ED2946-994B-C2E5-A50A-502AE295F5C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59DA6A4-CA42-1E3B-CA30-26C611D3D747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爪爫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F41BCF-27DA-8B2A-FBF3-F7FD2362BBE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7254C8-F174-605C-F0DD-C597829ABDC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B10756-816F-93BA-C9C0-FF02B811D1B1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ub4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8378DF-0612-A1F9-7C1F-F24C82BC3AD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爪</a:t>
            </a:r>
          </a:p>
        </p:txBody>
      </p:sp>
    </p:spTree>
    <p:extLst>
      <p:ext uri="{BB962C8B-B14F-4D97-AF65-F5344CB8AC3E}">
        <p14:creationId xmlns:p14="http://schemas.microsoft.com/office/powerpoint/2010/main" val="968515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151C6-1A14-A3CA-9498-E6D20B84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A980775-AEF6-6800-1657-02DFAB07DC3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争舟止爪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005736-E26B-384F-6D65-767922BCC952}"/>
              </a:ext>
            </a:extLst>
          </p:cNvPr>
          <p:cNvSpPr txBox="1"/>
          <p:nvPr/>
        </p:nvSpPr>
        <p:spPr>
          <a:xfrm>
            <a:off x="1259632" y="3789040"/>
            <a:ext cx="11480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23AE6E-7DFB-AE5A-A381-BBAC6071524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5009A9-E5DC-29D7-7F89-EFD68A57988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B3C65A-504F-D0AF-8E61-D9C040E0E2E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147C32-782C-8071-C33D-2DB2616E147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EB328B-8F16-B203-317D-BE79450AECC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760B9CD-E871-52B7-0842-F78CE122CDB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7DAC44-25F1-1C23-F6A5-71C881F12C59}"/>
              </a:ext>
            </a:extLst>
          </p:cNvPr>
          <p:cNvSpPr txBox="1"/>
          <p:nvPr/>
        </p:nvSpPr>
        <p:spPr>
          <a:xfrm>
            <a:off x="3856241" y="2124894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ui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v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7B93E7-20D2-C8D6-5F27-981E50EFA07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56165F-A662-7DDC-F4DA-45AC688A652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4B0576-7C86-C66C-5533-55E1CECFD48F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3356FA-0A82-2E2A-A34B-32C13578D1A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鬼</a:t>
            </a:r>
          </a:p>
        </p:txBody>
      </p:sp>
    </p:spTree>
    <p:extLst>
      <p:ext uri="{BB962C8B-B14F-4D97-AF65-F5344CB8AC3E}">
        <p14:creationId xmlns:p14="http://schemas.microsoft.com/office/powerpoint/2010/main" val="352643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C055-7F1E-F099-F6A0-1A9174A20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9E109ED-CE19-345D-87F9-D37ADA37B11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CDE390-0643-212D-0D84-262E5FC579C8}"/>
              </a:ext>
            </a:extLst>
          </p:cNvPr>
          <p:cNvSpPr txBox="1"/>
          <p:nvPr/>
        </p:nvSpPr>
        <p:spPr>
          <a:xfrm>
            <a:off x="1259632" y="3789040"/>
            <a:ext cx="9060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499FFD-1620-4C5D-E560-DA4DFB5C949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94692B-3A47-7121-BABF-8831F2C1E00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8A1366-E4CC-219E-5432-B48D041ED15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C9902A-A3B1-F658-49E6-914A23B650CE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5A26E9-38C5-8259-5E1B-DB087151BBF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955C530-48AF-B811-C8B6-D6FCA86B40F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5F006AA-8D30-6434-2E11-C2764B9FAFBA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支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40C2F7-A89E-6F40-1551-9B36817BD24D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CB4BEF-EB6A-8823-CB00-D2391EB8ECB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CED7C5-C994-C5F8-753C-FE803AEEF16C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鼓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A93B9F-2526-3574-1AA2-5ED7E0DB2F7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支</a:t>
            </a:r>
          </a:p>
        </p:txBody>
      </p:sp>
    </p:spTree>
    <p:extLst>
      <p:ext uri="{BB962C8B-B14F-4D97-AF65-F5344CB8AC3E}">
        <p14:creationId xmlns:p14="http://schemas.microsoft.com/office/powerpoint/2010/main" val="2841868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215A6-2876-FC74-BB99-B40A6C8A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C8DB1D8-17DD-4A5A-B975-830487B40D1A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网瓦韦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3FB3AA-CCD7-9686-EBF7-D53AB2E81359}"/>
              </a:ext>
            </a:extLst>
          </p:cNvPr>
          <p:cNvSpPr txBox="1"/>
          <p:nvPr/>
        </p:nvSpPr>
        <p:spPr>
          <a:xfrm>
            <a:off x="1259632" y="3789040"/>
            <a:ext cx="11352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wh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061185-C65F-26E3-5ABB-ADA5841EE8E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BB0EF7-E34B-F364-F13D-6E4014A808C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B41D6C-ACB3-3F84-C020-C20D7C96209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05A8EF-ADD4-4A8A-629B-9C00448FE595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EDC7AA-3382-113B-F5DB-95DB35DE7A1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3276F90-A29D-F080-2889-EF189973745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FFA8C91-2B53-A7A1-C816-FDAF49D388D1}"/>
              </a:ext>
            </a:extLst>
          </p:cNvPr>
          <p:cNvSpPr txBox="1"/>
          <p:nvPr/>
        </p:nvSpPr>
        <p:spPr>
          <a:xfrm>
            <a:off x="3856241" y="2124894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王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“玉”代替为此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CB600C-A9FA-3195-1CB6-57496A8C0E52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C6FE06-5F7D-BCED-E99C-B4C931771C8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640189-0D7E-E74C-3550-0093ACCC05B9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CCE4FD-8DBC-7732-0C02-C79B83EE10A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王</a:t>
            </a:r>
          </a:p>
        </p:txBody>
      </p:sp>
    </p:spTree>
    <p:extLst>
      <p:ext uri="{BB962C8B-B14F-4D97-AF65-F5344CB8AC3E}">
        <p14:creationId xmlns:p14="http://schemas.microsoft.com/office/powerpoint/2010/main" val="178068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78D62-51A5-3C6D-725F-50827478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9120ABD-0BE9-5425-25FC-9906611C1117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网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瓦韦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34EB18-8482-2876-CBFF-5C8DDE70065D}"/>
              </a:ext>
            </a:extLst>
          </p:cNvPr>
          <p:cNvSpPr txBox="1"/>
          <p:nvPr/>
        </p:nvSpPr>
        <p:spPr>
          <a:xfrm>
            <a:off x="1259632" y="3789040"/>
            <a:ext cx="110479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wx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AFD1BC-1443-66C6-8AEC-BF8F7E1CEB3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426955-7645-1A11-B3A5-B9F2650C73C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442956-F1D9-5F1D-6DA3-C19803A3E3E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A3E82B-59EA-EB5B-C60F-4888EFF6AA8F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BD69F0-36F5-EF84-339D-27DFBEC7558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EA5332C-C8F6-05D2-1916-9DA351F4CD7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BBF958F-E03A-D919-4A0A-AE21BEB94CEB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网罒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7E14F9-44A5-9DE2-ACC7-3C5E0BDB89BD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1600F9-50B1-395D-D790-4BF1F14112A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8F9A2F-B03D-5FBB-4632-C07B7C26A3D8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羁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60B69B-AA26-9F6C-F881-BA20839DCE1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网</a:t>
            </a:r>
          </a:p>
        </p:txBody>
      </p:sp>
    </p:spTree>
    <p:extLst>
      <p:ext uri="{BB962C8B-B14F-4D97-AF65-F5344CB8AC3E}">
        <p14:creationId xmlns:p14="http://schemas.microsoft.com/office/powerpoint/2010/main" val="226962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FB57E-6DB5-1A86-BCC7-9023B2C3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8E7FEFE-6AE0-0605-4114-97D44F42CB2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王网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瓦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韦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5C64A6-0E66-235E-C69B-9533EF0EC723}"/>
              </a:ext>
            </a:extLst>
          </p:cNvPr>
          <p:cNvSpPr txBox="1"/>
          <p:nvPr/>
        </p:nvSpPr>
        <p:spPr>
          <a:xfrm>
            <a:off x="1259632" y="3789040"/>
            <a:ext cx="109837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wa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3E0A97-DC9E-15A1-62EC-36DAFEE95FE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88F785-6780-A4DF-A747-B05F3D370EA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5A6E68-B31C-15DB-0D66-735027B18F9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CA3281-11F9-5AEE-02F2-4B1246A1FE0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0E9728-4547-EB89-280C-0357931DDE8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D9E11FA-2833-1E6B-3EE3-9783D52470E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3738E1B-45BF-901F-0E5C-FD03DA27AB92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瓦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ACB489-7D21-A95A-086B-84EF24CB3A5D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4C3C5A-AEA6-562B-BDD2-EEC547A9A6B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2C94E1-F9EB-0883-9E30-7BFDDB92FBA1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瓷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45D0CF-FC07-9201-E3C8-DCD454A52B4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瓦</a:t>
            </a:r>
          </a:p>
        </p:txBody>
      </p:sp>
    </p:spTree>
    <p:extLst>
      <p:ext uri="{BB962C8B-B14F-4D97-AF65-F5344CB8AC3E}">
        <p14:creationId xmlns:p14="http://schemas.microsoft.com/office/powerpoint/2010/main" val="377549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ACA21-77E6-47E0-0FE3-5C36B70C0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B23D690-05DF-28B2-24EC-13FF826DBEDD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王网瓦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韦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9E13EA-599C-8850-DD64-D02CE5657B87}"/>
              </a:ext>
            </a:extLst>
          </p:cNvPr>
          <p:cNvSpPr txBox="1"/>
          <p:nvPr/>
        </p:nvSpPr>
        <p:spPr>
          <a:xfrm>
            <a:off x="1259632" y="3789040"/>
            <a:ext cx="106471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wz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641FB1-76AC-1FBB-A8B4-E8ED197D5E9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42DD88-ADEF-D68E-2F73-EAA77F014AD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8C2C10-76FC-DF0A-571D-C868259841A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D81BEB-77B6-98B4-D939-D7E7198A7E4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8BF4E7-455C-A4DC-A84F-F6946653905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F4B32FA-176F-336C-42CF-0AAF4B15850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164980C-C38D-A0CB-4937-FBE82AAC86BB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韦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31F277-4816-2DC7-2755-A168F564FDD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6441F9-B07B-CEAE-E498-FFF71AC5E12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47A24E-B2D0-DEAB-9A35-CB2AF76BA002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rf4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0C1520-8C3C-B449-09CC-40F4C3C7080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韦</a:t>
            </a:r>
          </a:p>
        </p:txBody>
      </p:sp>
    </p:spTree>
    <p:extLst>
      <p:ext uri="{BB962C8B-B14F-4D97-AF65-F5344CB8AC3E}">
        <p14:creationId xmlns:p14="http://schemas.microsoft.com/office/powerpoint/2010/main" val="2540296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8A05F-16E3-B5FB-62A7-775BF3C4D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035A9E1-D245-B7F1-C669-FE431C37118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王网瓦韦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13CA3A-B47B-A571-71FB-922B948304DB}"/>
              </a:ext>
            </a:extLst>
          </p:cNvPr>
          <p:cNvSpPr txBox="1"/>
          <p:nvPr/>
        </p:nvSpPr>
        <p:spPr>
          <a:xfrm>
            <a:off x="1259632" y="3789040"/>
            <a:ext cx="112723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wv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0B493A-E6C2-2651-6E1F-4C71F6446A1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97B598-CAE5-6558-491E-511719E7185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269379-E95B-054C-16FC-2810DACB22B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025F70-A93B-04FF-7E96-BBC1B7EC08F4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2D6BD3-8B62-C68D-A6BC-2AD0959ED50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B203F7F-6836-0754-926B-C41152D0E46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4846749-2782-6C74-2B5F-77CD71F5DF13}"/>
              </a:ext>
            </a:extLst>
          </p:cNvPr>
          <p:cNvSpPr txBox="1"/>
          <p:nvPr/>
        </p:nvSpPr>
        <p:spPr>
          <a:xfrm>
            <a:off x="3856241" y="2124894"/>
            <a:ext cx="13388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vv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w</a:t>
            </a:r>
          </a:p>
          <a:p>
            <a:r>
              <a:rPr lang="zh-CN" altLang="en-US" sz="2000" dirty="0">
                <a:latin typeface="+mn-ea"/>
              </a:rPr>
              <a:t>唯维惟→</a:t>
            </a:r>
            <a:r>
              <a:rPr lang="en-US" altLang="zh-CN" sz="2000" dirty="0">
                <a:latin typeface="+mn-ea"/>
              </a:rPr>
              <a:t>w</a:t>
            </a:r>
          </a:p>
          <a:p>
            <a:r>
              <a:rPr lang="en-US" altLang="zh-CN" sz="2000" dirty="0">
                <a:latin typeface="+mn-ea"/>
              </a:rPr>
              <a:t>zhui1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828074-1CDE-36C3-BF4D-A1C9713E01BF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BC4217-4CF1-AF66-6389-ABFB4C94DEE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7A04EA-EAA2-B32A-E24A-99B115BC7D0E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雄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xs2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EBFC95-3008-7FEA-3B1A-D4D2CC07BD0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隹</a:t>
            </a:r>
          </a:p>
        </p:txBody>
      </p:sp>
    </p:spTree>
    <p:extLst>
      <p:ext uri="{BB962C8B-B14F-4D97-AF65-F5344CB8AC3E}">
        <p14:creationId xmlns:p14="http://schemas.microsoft.com/office/powerpoint/2010/main" val="1597347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56FB8-1F1A-8F5E-9A8C-D0189343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6640784-3DAE-AC78-0E12-A63971EC740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王网瓦韦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A7A661-80E8-4B46-F791-E21077F23840}"/>
              </a:ext>
            </a:extLst>
          </p:cNvPr>
          <p:cNvSpPr txBox="1"/>
          <p:nvPr/>
        </p:nvSpPr>
        <p:spPr>
          <a:xfrm>
            <a:off x="1259632" y="3789040"/>
            <a:ext cx="96853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wf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AC773D-224B-278C-7C64-80287511332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E84CFE-613E-FA69-9C54-EE9F836ED80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415105B-F817-FF79-0A56-00C255C90A7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6938DA-D485-4C8E-8217-D5A89BB6F3DB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F0597E-825B-3CC1-B4D4-5D9931CA3FE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2DF5205-C08A-204E-CB42-FC83CB55599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7F1A987-F1C7-0DEC-242B-8E462013B3A7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文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A2847B-80A0-3C3F-2239-4444D595D10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0575-BD41-2656-73B7-39441FA3250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40CA36-EFDE-AA53-4E99-26C4C41C31F4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齐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78DDBC-36BE-9C09-A717-9888F9EF703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文</a:t>
            </a:r>
          </a:p>
        </p:txBody>
      </p:sp>
    </p:spTree>
    <p:extLst>
      <p:ext uri="{BB962C8B-B14F-4D97-AF65-F5344CB8AC3E}">
        <p14:creationId xmlns:p14="http://schemas.microsoft.com/office/powerpoint/2010/main" val="1439267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DB007-D480-624C-6A20-16F3A4EC4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4E0F096-ECE1-56D3-DF83-528C5C5987E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201430-BB48-08DB-710B-1F43DA70B656}"/>
              </a:ext>
            </a:extLst>
          </p:cNvPr>
          <p:cNvSpPr txBox="1"/>
          <p:nvPr/>
        </p:nvSpPr>
        <p:spPr>
          <a:xfrm>
            <a:off x="1259632" y="3789040"/>
            <a:ext cx="7649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xt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7A10F6-6A0E-49FE-EF9F-F4D08FBAF8B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1FD489-7219-E0A4-D1EA-4C8B3075196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3D6523-89C6-4DF3-B3C3-863C6E08543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3D9F19-576A-132F-4F41-FB7DE0F6E6D4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1407CD-8BCE-6F61-B98D-F430F205D0C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A000C0-9A25-82C4-93AD-5DE93AA67B3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7FBDC85-6A4E-6745-A6AC-AF45D639BA00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穴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FEB935-8D37-312A-9299-CADA21F30C64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C39F3E-18DA-DFF2-C629-DD6433D18C7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029E96-2C1E-4355-667C-29D37DE53D0C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B456AF-E2F5-1586-68C5-AD7CBE12B86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穴</a:t>
            </a:r>
          </a:p>
        </p:txBody>
      </p:sp>
    </p:spTree>
    <p:extLst>
      <p:ext uri="{BB962C8B-B14F-4D97-AF65-F5344CB8AC3E}">
        <p14:creationId xmlns:p14="http://schemas.microsoft.com/office/powerpoint/2010/main" val="413559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34C14-9F37-2EC7-5045-4DAB13F7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6C43E2A9-419A-03CB-54B2-2ADB357CF14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B8F3D1-753E-13AC-4098-69ADEE15D5F1}"/>
              </a:ext>
            </a:extLst>
          </p:cNvPr>
          <p:cNvSpPr txBox="1"/>
          <p:nvPr/>
        </p:nvSpPr>
        <p:spPr>
          <a:xfrm>
            <a:off x="1259632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xd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DBE7FB-B95A-42C3-112F-99887171EA3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A81ABB-F01C-3EF0-51D2-1DA6DE88572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03F135-4837-D5A4-D13F-BBF677FC480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A1FA58-FBE5-EEAE-8AB2-A524D6656C30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30BA6F-DFF6-99C6-39FB-28B7FDF5263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13AF9C-168E-1DFE-A0B3-CA65BE6C537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7FA73B7-E5FF-7DE4-A5AF-63081F5B8693}"/>
              </a:ext>
            </a:extLst>
          </p:cNvPr>
          <p:cNvSpPr txBox="1"/>
          <p:nvPr/>
        </p:nvSpPr>
        <p:spPr>
          <a:xfrm>
            <a:off x="3856241" y="2124894"/>
            <a:ext cx="133882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学字头</a:t>
            </a:r>
            <a:endParaRPr lang="en-US" altLang="zh-CN" sz="2000" dirty="0">
              <a:latin typeface="+mn-ea"/>
            </a:endParaRPr>
          </a:p>
          <a:p>
            <a:r>
              <a:rPr lang="zh-CN" altLang="en-US" dirty="0"/>
              <a:t>“𭕄”亦可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3F06E8-67D7-8916-E4E8-9C04AB8B031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A1E9BA-A8FB-682F-EB11-5B10B8FA970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01A9E0-8EB9-997B-9B14-651A08A97E24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举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E4C30D-2180-FE29-148B-AAD0E78064CC}"/>
              </a:ext>
            </a:extLst>
          </p:cNvPr>
          <p:cNvSpPr txBox="1"/>
          <p:nvPr/>
        </p:nvSpPr>
        <p:spPr>
          <a:xfrm>
            <a:off x="865401" y="1553680"/>
            <a:ext cx="1659429" cy="186204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15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𰃮</a:t>
            </a:r>
          </a:p>
        </p:txBody>
      </p:sp>
    </p:spTree>
    <p:extLst>
      <p:ext uri="{BB962C8B-B14F-4D97-AF65-F5344CB8AC3E}">
        <p14:creationId xmlns:p14="http://schemas.microsoft.com/office/powerpoint/2010/main" val="2266882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7ABE7-9C3F-A8A3-F5D1-A18DCFFA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AADDAAF-A128-BDA8-63BE-685A8470FDB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西小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01BDFF-4E30-BDE7-61BF-DD98F01EE59B}"/>
              </a:ext>
            </a:extLst>
          </p:cNvPr>
          <p:cNvSpPr txBox="1"/>
          <p:nvPr/>
        </p:nvSpPr>
        <p:spPr>
          <a:xfrm>
            <a:off x="1259632" y="3789040"/>
            <a:ext cx="9252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1419D8-D870-3FE9-B1B4-9590855017F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80CE86-CA3F-EBE5-BCAB-607B3E0C00F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CDE276-4834-14A4-05CD-302A679E0FB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261CE2-986F-71CB-1B4E-88B7E2BC63A6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5FAC2E-3274-41F3-8E0F-52408DBCCC7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D16530C-7306-883D-8CEA-8D039B1BC81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1C2CEAF-EA48-F378-9F05-35501BC4A840}"/>
              </a:ext>
            </a:extLst>
          </p:cNvPr>
          <p:cNvSpPr txBox="1"/>
          <p:nvPr/>
        </p:nvSpPr>
        <p:spPr>
          <a:xfrm>
            <a:off x="3856241" y="2124894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心忄</a:t>
            </a:r>
            <a:r>
              <a:rPr lang="zh-CN" altLang="en-US" dirty="0"/>
              <a:t>㣺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C444A3-5A4B-802A-F6F6-0159956E8835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1E4F0F-6FFA-10DB-B4D1-DA5137DCEDB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693349-05C9-E6FE-0295-5A3F1FC7BD0B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63D977-BBAF-2D40-E1F1-9A3456D8773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心</a:t>
            </a:r>
          </a:p>
        </p:txBody>
      </p:sp>
    </p:spTree>
    <p:extLst>
      <p:ext uri="{BB962C8B-B14F-4D97-AF65-F5344CB8AC3E}">
        <p14:creationId xmlns:p14="http://schemas.microsoft.com/office/powerpoint/2010/main" val="2781080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730A8-9F80-4900-1E35-9B55B247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B371520-A8C5-CD98-0297-F5528AD56A85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西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EC217F-5D15-7E70-991B-3C918CB50B08}"/>
              </a:ext>
            </a:extLst>
          </p:cNvPr>
          <p:cNvSpPr txBox="1"/>
          <p:nvPr/>
        </p:nvSpPr>
        <p:spPr>
          <a:xfrm>
            <a:off x="1259632" y="3789040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55ABF4-7EB5-D55B-800A-EB35475B27B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F053AE-7E8F-1DBD-4FA0-4D6312725C7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F8F601-8670-5E07-0F8F-0D58BB39CEB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7F9BD0-05E3-AE5C-4BCC-8BA2A4EC300A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30D06B-3CC6-6665-2A93-9BF9B31C748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F772B3D-87C2-E392-365F-0DB6D63DE97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F044F10-3FF4-7CD6-21A9-1FFA266E4D21}"/>
              </a:ext>
            </a:extLst>
          </p:cNvPr>
          <p:cNvSpPr txBox="1"/>
          <p:nvPr/>
        </p:nvSpPr>
        <p:spPr>
          <a:xfrm>
            <a:off x="3856241" y="2124894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包括“襾覀”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有优先性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6D174C-5924-AB0A-EEDA-0784BAD35C7F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AFC11C-6C96-CA42-640D-9BE57752936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3BA37F-74C0-DCDA-094D-B72A452D4051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0AA785-9DD9-B3A2-1324-3584608156F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西</a:t>
            </a:r>
          </a:p>
        </p:txBody>
      </p:sp>
    </p:spTree>
    <p:extLst>
      <p:ext uri="{BB962C8B-B14F-4D97-AF65-F5344CB8AC3E}">
        <p14:creationId xmlns:p14="http://schemas.microsoft.com/office/powerpoint/2010/main" val="2889171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AE8D0-9D8A-E6A0-3AC5-D7EC8A9D6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74C133B-4554-767E-C388-817A634D3A3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87C1BD-EB82-DC94-D874-C45A9A5317D9}"/>
              </a:ext>
            </a:extLst>
          </p:cNvPr>
          <p:cNvSpPr txBox="1"/>
          <p:nvPr/>
        </p:nvSpPr>
        <p:spPr>
          <a:xfrm>
            <a:off x="1259632" y="3789040"/>
            <a:ext cx="82907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xc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638BF6D-1E3D-08FB-5F01-378F7C6F7B8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E04C05-EA18-CF94-B07C-21AB37E0978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C6F6CC-95EB-9B83-039C-E0C00C16FDE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024D63-B517-747D-7806-94D7E64C333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FF445E-B7EA-EEB5-3EA8-430E9B39A2E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09A17A3-550F-E0DB-D3D6-3058A3126B2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F892E07-DFA8-3CE9-2AE3-D493936DC9F1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小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298CC7-F2EF-089D-0214-80D6F29A8C8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6D2012-6E73-9CD5-FF1F-86038D3AA26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024341-BDBF-A396-9B99-106DEC28BE1D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jm1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DD4A3F-9E3F-7080-467D-F9B35B83086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小</a:t>
            </a:r>
          </a:p>
        </p:txBody>
      </p:sp>
    </p:spTree>
    <p:extLst>
      <p:ext uri="{BB962C8B-B14F-4D97-AF65-F5344CB8AC3E}">
        <p14:creationId xmlns:p14="http://schemas.microsoft.com/office/powerpoint/2010/main" val="3619641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3BCD-071D-A350-A43B-16FDE0F90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7CA248E-2CBE-3E46-0518-3AA01264B0D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CC276B-ABB9-8837-D304-1B7FC1397572}"/>
              </a:ext>
            </a:extLst>
          </p:cNvPr>
          <p:cNvSpPr txBox="1"/>
          <p:nvPr/>
        </p:nvSpPr>
        <p:spPr>
          <a:xfrm>
            <a:off x="1259632" y="3789040"/>
            <a:ext cx="9380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9EC220-A05B-1526-60ED-8D47A74C502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D8D936-7884-B26A-06B0-443D2FB4F81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04671C-291D-7C18-390C-C7A8B648373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A70F4E-132F-BE01-2EE7-5F0E884448F3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9F06B8-2D67-CBE2-242B-822DE7CD267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54651C5-AFAA-552A-7378-56713E0BB47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6F87459-72E7-8C66-79D4-5A77063352D0}"/>
              </a:ext>
            </a:extLst>
          </p:cNvPr>
          <p:cNvSpPr txBox="1"/>
          <p:nvPr/>
        </p:nvSpPr>
        <p:spPr>
          <a:xfrm>
            <a:off x="3856241" y="2124894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巡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（川）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33BADF-8151-59E4-FDED-9A1B6EA71D94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AE8FDB-B1BF-14CF-3E7C-117E9EF89D6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F4E38C-AC98-974A-4C8C-9922C58F4736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甾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CB269D-6C6B-76BC-496E-F8B0E3BA095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巛</a:t>
            </a:r>
          </a:p>
        </p:txBody>
      </p:sp>
    </p:spTree>
    <p:extLst>
      <p:ext uri="{BB962C8B-B14F-4D97-AF65-F5344CB8AC3E}">
        <p14:creationId xmlns:p14="http://schemas.microsoft.com/office/powerpoint/2010/main" val="928245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BFD44-AF6B-BFD0-4926-3FFF27B48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2CF7823-E4B4-870C-E1E7-93CC901B856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E3CF92-3BB1-015D-8B68-F99DA073C0F8}"/>
              </a:ext>
            </a:extLst>
          </p:cNvPr>
          <p:cNvSpPr txBox="1"/>
          <p:nvPr/>
        </p:nvSpPr>
        <p:spPr>
          <a:xfrm>
            <a:off x="1259632" y="3789040"/>
            <a:ext cx="112562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8E064D-7ED1-B30C-DA57-F2EAC986AF7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E66EBE-AB7B-9AEC-F6EA-5E692A78F9C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AF2C97-9BBE-D9F2-77A5-C8CABE57D54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53ADB8-AF2B-CB62-C99D-4225C5F1730B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9697FE-12B6-38F6-1C42-4DDD22D6B05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C06BD64-1E9A-F7C8-86BC-3A7CA2B6A54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755164C-75AD-4C75-9F87-CDA02838BC20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血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CA166B-8E36-87D6-BFD7-D79E23BFADD6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686218-25B9-435C-B26E-84EC32A5D73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C5244D-AA7D-D7E9-2286-CD44C308F2C7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衅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xn4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AE7FA0-2506-0B2B-CF8E-067E9A5FD15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血</a:t>
            </a:r>
          </a:p>
        </p:txBody>
      </p:sp>
    </p:spTree>
    <p:extLst>
      <p:ext uri="{BB962C8B-B14F-4D97-AF65-F5344CB8AC3E}">
        <p14:creationId xmlns:p14="http://schemas.microsoft.com/office/powerpoint/2010/main" val="3570155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7555A-9089-6147-165E-F2AE51F1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B67F30A-535E-FB14-5363-E01C3FEA340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辛</a:t>
            </a:r>
            <a:r>
              <a:rPr lang="zh-CN" altLang="en-US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AF5BC4-CB8B-9682-5322-01B48C59C508}"/>
              </a:ext>
            </a:extLst>
          </p:cNvPr>
          <p:cNvSpPr txBox="1"/>
          <p:nvPr/>
        </p:nvSpPr>
        <p:spPr>
          <a:xfrm>
            <a:off x="1259632" y="3789040"/>
            <a:ext cx="7729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EC93B-1E6D-9D35-8E0C-E993AE142D7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544EA8-93FD-73F3-01E9-4416F524C2C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AAD987-A1C7-76F1-3FC9-03500E6A9F3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E898C0-1C08-193F-7B22-712C7A880271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DE11DD-B816-EA34-F6B0-F56C4B0F912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98A84B0-D8EC-479A-22BE-CC3A68E87EE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74E6A88-4F06-F581-802B-1FA53B00C331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212BB3-A51D-5CF2-B40C-386F476C394B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2C06CA-4838-B6B4-E0E7-BAA066565AD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4530A9-5494-A6C8-D40E-8999E9E853CC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6207A9-CE92-90D7-ECFA-71F4C8E6064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辛</a:t>
            </a:r>
          </a:p>
        </p:txBody>
      </p:sp>
    </p:spTree>
    <p:extLst>
      <p:ext uri="{BB962C8B-B14F-4D97-AF65-F5344CB8AC3E}">
        <p14:creationId xmlns:p14="http://schemas.microsoft.com/office/powerpoint/2010/main" val="277706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316F0-6A4D-9BE4-C374-F7DEDF7F8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BEF3018-F43D-A0B0-7009-9D6AC358316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6DA287-9EEC-650C-D3A1-BD4AC6C71441}"/>
              </a:ext>
            </a:extLst>
          </p:cNvPr>
          <p:cNvSpPr txBox="1"/>
          <p:nvPr/>
        </p:nvSpPr>
        <p:spPr>
          <a:xfrm>
            <a:off x="1259632" y="3789040"/>
            <a:ext cx="9220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B00629-BD84-FEF3-0399-BDDA3B1A5AB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C81573-483F-E6CD-A8F7-8CE926B269A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F2B454-FBDF-3A59-DD65-1649852E50E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F9CF75-47AF-28C4-91C0-05DBC121D8EC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40CF6A-6858-7243-627D-DD432814ACE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BE1F0FE-452D-C105-D949-B1DB412822E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7DFFBFA-6183-990F-1919-AF6E41539B58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习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A83330-5E67-7969-D0EB-01CA592AFB4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016F01-A056-DEA3-C031-CE9D5BA3D9D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6777DB-3F78-0C6B-7CEB-4B2FC26AE8DF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羽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C91543-CF50-4316-AAA0-ED6C053DC65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3143970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FC95-E9DA-BD12-CB8E-11A5F7C9C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BDD2374-A19B-E553-70C4-390D564797D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酉月鱼衣尢聿业羽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DA377D-9566-410D-7E05-174BDD4A096C}"/>
              </a:ext>
            </a:extLst>
          </p:cNvPr>
          <p:cNvSpPr txBox="1"/>
          <p:nvPr/>
        </p:nvSpPr>
        <p:spPr>
          <a:xfrm>
            <a:off x="1259632" y="3789040"/>
            <a:ext cx="72968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04F975-B017-3F6E-C190-23005C71C17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9C885E-3877-C460-29E1-29F9458BDC6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DF131E-658F-BFB8-3ECB-313047E06BD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A68478-BA92-C0F9-F2B3-076C97EDCC89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45DBAB-D745-AB94-9179-6F0A130E5FF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9E496D0-53BE-D7B1-1138-C683F959E9E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461E911-436C-6A2C-99C0-68C659DB86EE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言讠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C82165-91B7-81BB-B717-9D95853871DC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7A6789-3A25-D0A9-E12C-44B1409AC6A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0CB6E5-21E7-9ACA-B406-19F25968DAFD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论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lp4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321A91-96C3-3C12-3CF0-67DE742869F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言</a:t>
            </a:r>
          </a:p>
        </p:txBody>
      </p:sp>
    </p:spTree>
    <p:extLst>
      <p:ext uri="{BB962C8B-B14F-4D97-AF65-F5344CB8AC3E}">
        <p14:creationId xmlns:p14="http://schemas.microsoft.com/office/powerpoint/2010/main" val="874810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F3212-6452-DDAC-25F3-DAF9FCC9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AD90B3F-6859-DE2C-BED3-C34F36D3C81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酉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月鱼衣尢聿业羽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4A2C25-FE06-7909-A25E-BE439B8CF2F0}"/>
              </a:ext>
            </a:extLst>
          </p:cNvPr>
          <p:cNvSpPr txBox="1"/>
          <p:nvPr/>
        </p:nvSpPr>
        <p:spPr>
          <a:xfrm>
            <a:off x="1259632" y="3789040"/>
            <a:ext cx="9332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AB75B3-E210-C765-0500-9173235C7BE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9087FF-B261-5790-99FE-D8564244560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D99CE-1C69-3044-A2D8-6BD9E391496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F5CD8F-AD34-06CB-A24E-AFDDB07E080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5D8C8BB-24FA-52D7-1532-FB35174436E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AFB82A2-120C-43E5-1E61-30DF7DDFACC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88DB56B-3A26-5DAC-C9A9-40944F6297B0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2CCBF3-928F-EBD9-B440-7AAE212FED5C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D49CC6-AC8D-084F-5271-6AFE3439A47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EA61FE-A5D4-08BD-E179-2587F344B114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酿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nd4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8A3312-5E38-451E-C90C-C5E384E299C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酉</a:t>
            </a:r>
          </a:p>
        </p:txBody>
      </p:sp>
    </p:spTree>
    <p:extLst>
      <p:ext uri="{BB962C8B-B14F-4D97-AF65-F5344CB8AC3E}">
        <p14:creationId xmlns:p14="http://schemas.microsoft.com/office/powerpoint/2010/main" val="2464368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3DE65-B878-8A64-BA37-D4E534507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DC950B0-759A-460F-4F5E-5520BEFCB42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鱼衣尢聿业羽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AF2CD2-E3AF-71F1-C103-108505E076F1}"/>
              </a:ext>
            </a:extLst>
          </p:cNvPr>
          <p:cNvSpPr txBox="1"/>
          <p:nvPr/>
        </p:nvSpPr>
        <p:spPr>
          <a:xfrm>
            <a:off x="1259632" y="3789040"/>
            <a:ext cx="7761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yt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82752A-293E-8CBD-1BA6-91BF172888D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57CF9A-2964-3113-626A-E17423DEBDF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0A2969-22C0-A3CC-620B-582B7BA02B5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05CDCD-9788-0910-87C5-0C497BBA6D16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EB37B4-32A2-A39E-5193-948C58229C5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46B86FC-E9D3-F7B0-4BBB-FD2A2C2CC48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ECC2ED7-4F80-6AFE-DFFD-249574104568}"/>
              </a:ext>
            </a:extLst>
          </p:cNvPr>
          <p:cNvSpPr txBox="1"/>
          <p:nvPr/>
        </p:nvSpPr>
        <p:spPr>
          <a:xfrm>
            <a:off x="3856241" y="2124894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月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包括舟月和贝月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C46E1D-165F-D735-CDA1-642A84CC54D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EAA3F2-9452-3039-3213-8463444DBAE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182952-0147-8E02-5A40-B60FD3689BE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fu2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8FA12E-0B3A-CA87-A053-78D899D99B3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086694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40E5E-2374-BD29-CB26-D27F9B75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19B5028-6936-DF7F-38D0-08F21893CB72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衣尢聿业羽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46423C-2DC4-706F-27B9-A1D0DE2BE1E3}"/>
              </a:ext>
            </a:extLst>
          </p:cNvPr>
          <p:cNvSpPr txBox="1"/>
          <p:nvPr/>
        </p:nvSpPr>
        <p:spPr>
          <a:xfrm>
            <a:off x="1259632" y="3789040"/>
            <a:ext cx="9252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BD1620-6231-749E-8A0E-B8EFED56D5E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F8A3E1-8D9B-0A8F-82B8-A483E907344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A02AAF-9BAA-014E-F985-5C82B2808E2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5540D8-B116-AE54-ABAD-684F915AFE2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A38A29-34B8-11B6-D2E4-FFB5BBD4607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733A7A5-9DA2-7712-2BEB-B7C6F77C94D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1784783-0A45-6544-4B69-0E29E2BD48BD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鱼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9C75C3-4F03-50DA-33DB-0A8780F2754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2854B7-7306-FD2F-AC62-AF8B277C85A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33ED22-2F44-7211-7F49-567669D9811F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xm1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FE2705-9010-D90B-D98A-D8EDC4CE49B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鱼</a:t>
            </a:r>
          </a:p>
        </p:txBody>
      </p:sp>
    </p:spTree>
    <p:extLst>
      <p:ext uri="{BB962C8B-B14F-4D97-AF65-F5344CB8AC3E}">
        <p14:creationId xmlns:p14="http://schemas.microsoft.com/office/powerpoint/2010/main" val="2996450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771EF-1FAE-624B-4988-F2BD88B75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219F2C4-774C-CBBB-43BC-05942B82830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衣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ED55C3-3CEB-D177-A4AE-1DF5EFDF1E9D}"/>
              </a:ext>
            </a:extLst>
          </p:cNvPr>
          <p:cNvSpPr txBox="1"/>
          <p:nvPr/>
        </p:nvSpPr>
        <p:spPr>
          <a:xfrm>
            <a:off x="1259632" y="3789040"/>
            <a:ext cx="72167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9D3760-0F26-E6CE-DF98-6C12702F4FF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6DCAD0-6126-2BB4-CFCC-6E5110BCE1C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D9B37D-8C6B-419E-CE7F-55E974ED804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0E951B-217C-654E-C61D-2A587A97E72C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50E7DE-1FF7-FF27-E471-03DFBD99A11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638999C-D9CD-391A-3F3E-2774BA6AD93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B17964C-7C67-E427-54C5-BCF8E9E21D7E}"/>
              </a:ext>
            </a:extLst>
          </p:cNvPr>
          <p:cNvSpPr txBox="1"/>
          <p:nvPr/>
        </p:nvSpPr>
        <p:spPr>
          <a:xfrm>
            <a:off x="3856241" y="2124894"/>
            <a:ext cx="24673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衣衤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包括“亠</a:t>
            </a:r>
            <a:r>
              <a:rPr lang="en-US" altLang="zh-CN" sz="2000" dirty="0">
                <a:latin typeface="+mn-ea"/>
              </a:rPr>
              <a:t>+</a:t>
            </a:r>
            <a:r>
              <a:rPr lang="en-US" altLang="zh-CN" sz="2000" dirty="0" err="1">
                <a:latin typeface="+mn-ea"/>
              </a:rPr>
              <a:t>sth</a:t>
            </a:r>
            <a:r>
              <a:rPr lang="en-US" altLang="zh-CN" sz="2000" dirty="0">
                <a:latin typeface="+mn-ea"/>
              </a:rPr>
              <a:t>.+</a:t>
            </a:r>
            <a:r>
              <a:rPr lang="zh-CN" altLang="en-US" dirty="0"/>
              <a:t>𧘇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012C8D-16DC-97C1-2117-03F9EAF35EFB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066557-1D34-FB82-CAB8-20B655D82B0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B65CC3-19E3-4136-14BD-D3263190196F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uy1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C26F8D-546B-3A37-0531-31E00E49EA8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衣</a:t>
            </a:r>
          </a:p>
        </p:txBody>
      </p:sp>
    </p:spTree>
    <p:extLst>
      <p:ext uri="{BB962C8B-B14F-4D97-AF65-F5344CB8AC3E}">
        <p14:creationId xmlns:p14="http://schemas.microsoft.com/office/powerpoint/2010/main" val="397111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6598-F070-18BD-B35F-C41B6915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0A3D06F2-EE7D-5D3C-878A-AF941C7E045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尢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1B5E1A-FBED-18B7-9A3A-BE283BD91777}"/>
              </a:ext>
            </a:extLst>
          </p:cNvPr>
          <p:cNvSpPr txBox="1"/>
          <p:nvPr/>
        </p:nvSpPr>
        <p:spPr>
          <a:xfrm>
            <a:off x="1259632" y="3789040"/>
            <a:ext cx="9284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yh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F4C27F-5BC1-F200-2AE3-EBEE2282FDC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382D3C-9760-E89F-A907-AE9EA81F169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6F0406-D174-B876-A98F-9A567B5CB11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9AE3F0-7A96-DB16-474F-1669892C408A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3198A0-DDB5-C422-3926-715B9647C2A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A883A68-B084-CCF5-1537-B7E1AF9B84F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33E8FEB-715D-263E-E1CD-3AEE8B63B774}"/>
              </a:ext>
            </a:extLst>
          </p:cNvPr>
          <p:cNvSpPr txBox="1"/>
          <p:nvPr/>
        </p:nvSpPr>
        <p:spPr>
          <a:xfrm>
            <a:off x="3856241" y="212489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来自“尤”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97A6A5-A85B-5BC6-E397-93EF04E9905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1DE6C0-95E7-C7FA-9F2A-551B7F361BA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F50EC5-5B9F-C6AD-6F79-1A06EC131DDB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尬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ga4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DAE31B-04F9-0AA7-380E-DDFDAB13CBF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尢</a:t>
            </a:r>
          </a:p>
        </p:txBody>
      </p:sp>
    </p:spTree>
    <p:extLst>
      <p:ext uri="{BB962C8B-B14F-4D97-AF65-F5344CB8AC3E}">
        <p14:creationId xmlns:p14="http://schemas.microsoft.com/office/powerpoint/2010/main" val="3593533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E179F-B5B5-4EC5-E1C4-AE26E466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4B804F2B-EEE3-B120-BAAB-A63F026E73B8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聿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5101F6-6F4F-F1A9-994A-463C0FB1071A}"/>
              </a:ext>
            </a:extLst>
          </p:cNvPr>
          <p:cNvSpPr txBox="1"/>
          <p:nvPr/>
        </p:nvSpPr>
        <p:spPr>
          <a:xfrm>
            <a:off x="1259632" y="3789040"/>
            <a:ext cx="7264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yl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D4758D-C59C-2E56-1FD8-51346B9345A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F0341F-FFEA-ECB8-6CA9-E08FDCE6946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8B22AE-5D70-5E24-1314-C45CC709BDB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DADF06-A876-5B77-E612-CDB093D71E7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D3C020-F19D-6140-851C-34BBCEE0433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21D60A6-DDFA-D180-7528-FF2C95A9597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DE4A76C-220E-C5E0-E8D3-93014EB8B186}"/>
              </a:ext>
            </a:extLst>
          </p:cNvPr>
          <p:cNvSpPr txBox="1"/>
          <p:nvPr/>
        </p:nvSpPr>
        <p:spPr>
          <a:xfrm>
            <a:off x="3856241" y="2124894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yu4</a:t>
            </a:r>
          </a:p>
          <a:p>
            <a:r>
              <a:rPr lang="zh-CN" altLang="en-US" sz="2000" dirty="0">
                <a:latin typeface="+mn-ea"/>
              </a:rPr>
              <a:t>包括肀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C97569-9973-CCDB-D1DF-92EA6C87C24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021A95-C4E6-249E-0812-8BF859275EA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40E8C8-462C-8454-7387-9A1080AA23ED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63F2C5-12F9-7DC7-C724-5EE20ADE381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聿</a:t>
            </a:r>
          </a:p>
        </p:txBody>
      </p:sp>
    </p:spTree>
    <p:extLst>
      <p:ext uri="{BB962C8B-B14F-4D97-AF65-F5344CB8AC3E}">
        <p14:creationId xmlns:p14="http://schemas.microsoft.com/office/powerpoint/2010/main" val="174543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3EC8-30E3-95FB-D48A-149D3855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8FD46AD-E98A-3DF3-EDD3-C742F1BBAD04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言酉月鱼衣尢聿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业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04CFA7-B4C2-E120-3739-68B2CE6D349C}"/>
              </a:ext>
            </a:extLst>
          </p:cNvPr>
          <p:cNvSpPr txBox="1"/>
          <p:nvPr/>
        </p:nvSpPr>
        <p:spPr>
          <a:xfrm>
            <a:off x="1259632" y="3789040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BE9598-DFE0-BB17-39DC-E1EEE811BFB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399192-DD29-4656-7EC6-08321F4DD5A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49EBE4-B1B9-2F47-97B6-935088CD758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B7FCC4-61F9-A5DF-867E-CEBC3464F1B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F306A1-F7A6-1CF9-E4D9-C545A8928AD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8B8A456-51F4-56D3-EADF-4C11A6E9FC3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FE4EC7E-F2EF-324B-30D8-8CD53E3936AF}"/>
              </a:ext>
            </a:extLst>
          </p:cNvPr>
          <p:cNvSpPr txBox="1"/>
          <p:nvPr/>
        </p:nvSpPr>
        <p:spPr>
          <a:xfrm>
            <a:off x="3856241" y="2124894"/>
            <a:ext cx="19543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业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</a:t>
            </a:r>
            <a:r>
              <a:rPr lang="zh-CN" altLang="en-US" dirty="0"/>
              <a:t>丵</a:t>
            </a:r>
            <a:r>
              <a:rPr lang="zh-CN" altLang="en-US" sz="2000" dirty="0">
                <a:latin typeface="+mn-ea"/>
              </a:rPr>
              <a:t>”简并至此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9761FE-0FD6-CDA8-6CBB-15AD092C3E2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D12153-4B39-1411-5C31-B8BE2A6464A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EFAAF8-5691-43D0-69FA-D60955DD3298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凿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zk2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5F185A-BAAA-A9DE-6696-CA09BDD7841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业</a:t>
            </a:r>
          </a:p>
        </p:txBody>
      </p:sp>
    </p:spTree>
    <p:extLst>
      <p:ext uri="{BB962C8B-B14F-4D97-AF65-F5344CB8AC3E}">
        <p14:creationId xmlns:p14="http://schemas.microsoft.com/office/powerpoint/2010/main" val="1537998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02AD7-0581-0B98-5E6A-5BE5B3FE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AF66A5F-C1B0-4F3C-293E-B47B32116EF5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言酉月鱼衣尢聿业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337225-0E40-1547-D298-08AACA00825E}"/>
              </a:ext>
            </a:extLst>
          </p:cNvPr>
          <p:cNvSpPr txBox="1"/>
          <p:nvPr/>
        </p:nvSpPr>
        <p:spPr>
          <a:xfrm>
            <a:off x="1259632" y="3789040"/>
            <a:ext cx="89800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yx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1490E7-0EEA-C9EB-C4EB-1366B56B821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BD5ED7-CD88-75B5-D7CA-3F171FCFE50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8647EC-3A09-9E56-4143-280362E82A6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7E51AE-47AC-A667-2C33-94B113BF569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3FCFE9-EE04-E960-F206-7AB0C3BC4D8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5293E2D-EC16-0569-A5E8-4DF5326A354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5AC5488-4C95-79D0-F27C-DEFC10CAEC6C}"/>
              </a:ext>
            </a:extLst>
          </p:cNvPr>
          <p:cNvSpPr txBox="1"/>
          <p:nvPr/>
        </p:nvSpPr>
        <p:spPr>
          <a:xfrm>
            <a:off x="3856241" y="212489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羽（</a:t>
            </a:r>
            <a:r>
              <a:rPr lang="en-US" altLang="zh-CN" sz="2000" dirty="0">
                <a:latin typeface="+mn-ea"/>
              </a:rPr>
              <a:t>yu3x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960E7B-E65A-C8AC-9F3A-0A8A5C6A4DE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49CF26-FBF1-41C4-7075-B181E593A4E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C2767F-19D0-13BB-26EA-02B938A6A2ED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hj4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DB9E3D-FDE7-5613-C17F-95E867F47AD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羽</a:t>
            </a:r>
          </a:p>
        </p:txBody>
      </p:sp>
    </p:spTree>
    <p:extLst>
      <p:ext uri="{BB962C8B-B14F-4D97-AF65-F5344CB8AC3E}">
        <p14:creationId xmlns:p14="http://schemas.microsoft.com/office/powerpoint/2010/main" val="1275609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D92B-EE26-F884-5D6A-7BB62D738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F596800-50B9-1BA1-5CEB-E5C77FA0C9E4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言酉月鱼衣尢聿业羽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16E22B-9D87-197E-4A3D-398661C72A87}"/>
              </a:ext>
            </a:extLst>
          </p:cNvPr>
          <p:cNvSpPr txBox="1"/>
          <p:nvPr/>
        </p:nvSpPr>
        <p:spPr>
          <a:xfrm>
            <a:off x="1259632" y="3789040"/>
            <a:ext cx="89479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C6D45C-7D64-C76B-BB70-0D53A95324F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4FB3B2-98B6-0382-A3B4-ECEAA5E9B32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C96A6E3-22EE-C10B-1923-3E63722956C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CFA8EF7-33E9-A823-6607-822C9D03F5C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0DE9CE-C083-5572-357F-0355635F67C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443E54E-836E-AB08-0E37-0BE6C83B254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BDEA5CE-755F-DB35-FFA8-6FA7C9508EA1}"/>
              </a:ext>
            </a:extLst>
          </p:cNvPr>
          <p:cNvSpPr txBox="1"/>
          <p:nvPr/>
        </p:nvSpPr>
        <p:spPr>
          <a:xfrm>
            <a:off x="3856241" y="2124894"/>
            <a:ext cx="825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meng3</a:t>
            </a:r>
          </a:p>
          <a:p>
            <a:r>
              <a:rPr lang="zh-CN" altLang="en-US" sz="2000" dirty="0">
                <a:latin typeface="+mn-ea"/>
              </a:rPr>
              <a:t>蝇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C2A282-0B61-A895-5D56-122E33ABEBC1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C4A7A7-401D-6986-102A-704722BF500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A62C87-ECDD-E709-E4C4-510F6AC9A6C5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to2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F087FC-152B-9C66-E1E3-0049F431AA7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黾</a:t>
            </a:r>
          </a:p>
        </p:txBody>
      </p:sp>
    </p:spTree>
    <p:extLst>
      <p:ext uri="{BB962C8B-B14F-4D97-AF65-F5344CB8AC3E}">
        <p14:creationId xmlns:p14="http://schemas.microsoft.com/office/powerpoint/2010/main" val="2948646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88B-4F91-63A9-292A-1D36EC67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B8219CBD-FF00-DF70-723C-DBF04A31C65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言酉月鱼衣尢聿业羽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F24870-4B9F-E5D7-C615-8FD2B1B5CA76}"/>
              </a:ext>
            </a:extLst>
          </p:cNvPr>
          <p:cNvSpPr txBox="1"/>
          <p:nvPr/>
        </p:nvSpPr>
        <p:spPr>
          <a:xfrm>
            <a:off x="1259632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8890C5-0044-420B-244E-A045717C63E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B5775B-FA63-1DF6-006A-95BEC3BC65D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8B0537-725B-0FF6-F15E-999E41A274C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44EA5A-F4F3-0A45-365F-AA55214E318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02626D-0E25-B7A6-2033-B7F0E07877B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E307E69-11C2-53A2-4FAB-3AF6B72F252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04F2B8B-DE02-DFDE-5271-0BC91E07B2A1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音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A74407-5414-12F3-0717-361586C0723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53288B-83E7-53B9-2C7E-AB652D31CFC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8C9FCB-F2DC-DCB1-2F64-4B7F8703A4C9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韶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uk2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9E524D-E2EA-F13E-71AF-701F74EC4E1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音</a:t>
            </a:r>
          </a:p>
        </p:txBody>
      </p:sp>
    </p:spTree>
    <p:extLst>
      <p:ext uri="{BB962C8B-B14F-4D97-AF65-F5344CB8AC3E}">
        <p14:creationId xmlns:p14="http://schemas.microsoft.com/office/powerpoint/2010/main" val="414661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A70E9-FC2E-D719-57D9-44A2C0503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B7F188E0-8ECB-CE81-6767-66B0B6215C6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D86E8E-F3CB-7349-5956-93AF34B6A4E0}"/>
              </a:ext>
            </a:extLst>
          </p:cNvPr>
          <p:cNvSpPr txBox="1"/>
          <p:nvPr/>
        </p:nvSpPr>
        <p:spPr>
          <a:xfrm>
            <a:off x="1259632" y="3789040"/>
            <a:ext cx="86914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zv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012396-3906-35E2-ED10-C271B5DB589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E2688D-B27B-5B1C-76E5-27BE5273C13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E41EEE-FF6E-6BE3-C943-204CD04E4F5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9BC5F9-180C-142C-95BF-066D3E28809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D1E987-31F0-B5FB-72A5-3CAC839DB05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4E45E3E-C7CA-4D8C-EE1E-1D33723B772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4FD458F-C5B7-9534-2966-F06FCD1DB8FD}"/>
              </a:ext>
            </a:extLst>
          </p:cNvPr>
          <p:cNvSpPr txBox="1"/>
          <p:nvPr/>
        </p:nvSpPr>
        <p:spPr>
          <a:xfrm>
            <a:off x="3856241" y="2124894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走之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（辵</a:t>
            </a:r>
            <a:r>
              <a:rPr lang="en-US" altLang="zh-CN" sz="2000" dirty="0">
                <a:latin typeface="+mn-ea"/>
              </a:rPr>
              <a:t>chuo4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F072FC-5610-43CD-83D1-16D5575EC116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22774A-4F27-387E-412B-A2F32480C9A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CB8575-CD24-0E6B-1E01-4848087DCB5E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逸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80FB70-CFB9-F01F-ED35-473F45EAF73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辶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4D80994-ABD8-E552-55B7-FD89B5AAF8E3}"/>
              </a:ext>
            </a:extLst>
          </p:cNvPr>
          <p:cNvSpPr txBox="1">
            <a:spLocks/>
          </p:cNvSpPr>
          <p:nvPr/>
        </p:nvSpPr>
        <p:spPr>
          <a:xfrm>
            <a:off x="1043607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5540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78703-1E5D-3ED6-B3FF-2B9263131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84CFB2B-38BC-4E22-A822-AF02243175A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C75F55-7AAB-8F37-98DB-DD64074F4A37}"/>
              </a:ext>
            </a:extLst>
          </p:cNvPr>
          <p:cNvSpPr txBox="1"/>
          <p:nvPr/>
        </p:nvSpPr>
        <p:spPr>
          <a:xfrm>
            <a:off x="1259632" y="378904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214983-31AC-D90C-2BDC-18678299877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0C1A9-B60A-5AE1-2B9E-0B2573558D1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6D5882-E9F3-89D0-2326-38E555D0F5C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51BE5C-0394-BEC2-FFD6-CA2AF695A0E4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D0AF36-A6C2-36B6-6DC8-55F8D5D60D8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B890A9D-5D81-3B7B-D916-8EBE0989A66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68BB8A4-5356-EDD7-4149-64E759E429C4}"/>
              </a:ext>
            </a:extLst>
          </p:cNvPr>
          <p:cNvSpPr txBox="1"/>
          <p:nvPr/>
        </p:nvSpPr>
        <p:spPr>
          <a:xfrm>
            <a:off x="3856241" y="2124894"/>
            <a:ext cx="1338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竹</a:t>
            </a:r>
            <a:r>
              <a:rPr lang="zh-CN" altLang="en-US" dirty="0"/>
              <a:t>𥫗</a:t>
            </a:r>
            <a:endParaRPr lang="en-US" altLang="zh-CN" dirty="0"/>
          </a:p>
          <a:p>
            <a:r>
              <a:rPr lang="en-US" altLang="zh-CN" sz="2000" dirty="0" err="1">
                <a:latin typeface="+mn-ea"/>
              </a:rPr>
              <a:t>zh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z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FB930C-C3E5-98B1-25C4-0E2A43FD90C1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6F90A6-57DA-BC28-AC40-D84EA1D3803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708D4B-3337-9D40-0F34-D66BC2AEB5C9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笛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1F7DC9-53AF-475A-9AA0-9CCC43644CD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竹</a:t>
            </a:r>
          </a:p>
        </p:txBody>
      </p:sp>
    </p:spTree>
    <p:extLst>
      <p:ext uri="{BB962C8B-B14F-4D97-AF65-F5344CB8AC3E}">
        <p14:creationId xmlns:p14="http://schemas.microsoft.com/office/powerpoint/2010/main" val="1140725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1D4C-A434-9B44-8373-6F8F56016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BA1816C-3BF4-ADB1-83B6-B48E4A9483E5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子自走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B69E1A-8D55-B226-5909-3EB7A6453208}"/>
              </a:ext>
            </a:extLst>
          </p:cNvPr>
          <p:cNvSpPr txBox="1"/>
          <p:nvPr/>
        </p:nvSpPr>
        <p:spPr>
          <a:xfrm>
            <a:off x="1259632" y="3789040"/>
            <a:ext cx="87395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781B3B-9A71-DD34-98C2-8FB577E394D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5DB738-7B8C-027E-F123-0718FCE3DB9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BFC4BD-6B26-F964-443B-8A854ED6C51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86DBAC-50BA-C96E-955E-B20B921BFC00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7AA5FF-0A16-509B-006B-DD8D3851101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DE86F9B-D3D2-D3E5-30E2-07DD2018A65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F18074C-81B3-A51F-5124-A97F33B15517}"/>
              </a:ext>
            </a:extLst>
          </p:cNvPr>
          <p:cNvSpPr txBox="1"/>
          <p:nvPr/>
        </p:nvSpPr>
        <p:spPr>
          <a:xfrm>
            <a:off x="3856241" y="2124894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足</a:t>
            </a:r>
            <a:r>
              <a:rPr lang="zh-CN" altLang="en-US" dirty="0"/>
              <a:t>𧾷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8E5213-9D56-F545-84F4-E925FCE87F4F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4617A7-3DDB-5463-9F6A-2501209B639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3CC6A1-01DA-11C7-9540-42883D68E4DB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跳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tc4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773D9F-D586-0BF8-76A6-E7729034445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足</a:t>
            </a:r>
          </a:p>
        </p:txBody>
      </p:sp>
    </p:spTree>
    <p:extLst>
      <p:ext uri="{BB962C8B-B14F-4D97-AF65-F5344CB8AC3E}">
        <p14:creationId xmlns:p14="http://schemas.microsoft.com/office/powerpoint/2010/main" val="3961984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DC3D-52AF-ECF1-3510-F53E3AB0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3108CC2-A4EE-EE1F-E8B1-9AD5249140A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子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B7AE62-B873-3200-766F-93A945C780D2}"/>
              </a:ext>
            </a:extLst>
          </p:cNvPr>
          <p:cNvSpPr txBox="1"/>
          <p:nvPr/>
        </p:nvSpPr>
        <p:spPr>
          <a:xfrm>
            <a:off x="1259632" y="3789040"/>
            <a:ext cx="67037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189340-38D5-87D1-2589-02856BB0DCF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BD45DE-2637-A1D2-B5DE-92427C192B0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8F4882-6BEA-EF1A-F3BC-940C39AF4AB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C204F8-DCC0-36AD-7ADB-16BCE8C7466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AB0450-E739-DBA9-43F5-2C11779C783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C36920A-8173-896A-2C51-7EEC563A7A2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EA4247F-4A14-9C94-2FC1-4EA5552F969B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子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677332-325C-5706-C7C8-E7FCE21CCEE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F385EA-7049-A374-056B-94AB7100A09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21C695-B2AC-0576-B80F-35FEBEA45325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mg4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1282BA-4F55-C619-AD02-FE0781AD87B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子</a:t>
            </a:r>
          </a:p>
        </p:txBody>
      </p:sp>
    </p:spTree>
    <p:extLst>
      <p:ext uri="{BB962C8B-B14F-4D97-AF65-F5344CB8AC3E}">
        <p14:creationId xmlns:p14="http://schemas.microsoft.com/office/powerpoint/2010/main" val="3379308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70345-1DD1-F589-BB72-A0672319D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0710929-843A-374F-78B4-34D2AC9CAAB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自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888A28-B043-5E82-405E-9CC9D7CD28AE}"/>
              </a:ext>
            </a:extLst>
          </p:cNvPr>
          <p:cNvSpPr txBox="1"/>
          <p:nvPr/>
        </p:nvSpPr>
        <p:spPr>
          <a:xfrm>
            <a:off x="1259632" y="3789040"/>
            <a:ext cx="89800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09FE22-8C0F-7542-96FF-1ADC76B4013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84CB72-88D0-BCEA-BF2D-DEA8F592AC4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2FA4A8-80FE-45A2-1D3D-B79E9F0A407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993BA5-9332-5781-AC32-75124FEF09CF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581EA2-8F0C-33CE-C83A-7882612ACF9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B5B42A8-7ED1-7BE8-7D5F-92A4A4F5C38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B71BF5B-57DC-080C-DFB6-634BDA237535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自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EC0388-87B3-557D-02C7-EBD937F2DEC6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42D0F2-3071-2C3B-BFC1-9783E86A67D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540239-4C86-44A7-7133-4D6F9AF6359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臭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ib4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F4F7B7-E1F8-CD7E-5B71-503BD260D74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自</a:t>
            </a:r>
          </a:p>
        </p:txBody>
      </p:sp>
    </p:spTree>
    <p:extLst>
      <p:ext uri="{BB962C8B-B14F-4D97-AF65-F5344CB8AC3E}">
        <p14:creationId xmlns:p14="http://schemas.microsoft.com/office/powerpoint/2010/main" val="2009496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060BF-0CB3-4113-3F6A-89A97557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429964E-692A-CF3E-BFFD-CEBA97BD374D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足子自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A2DD0F-ACD5-9EE2-2104-B974B79BEC5D}"/>
              </a:ext>
            </a:extLst>
          </p:cNvPr>
          <p:cNvSpPr txBox="1"/>
          <p:nvPr/>
        </p:nvSpPr>
        <p:spPr>
          <a:xfrm>
            <a:off x="1259632" y="3789040"/>
            <a:ext cx="88197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02B002-C86C-5F2B-A708-445FEE5665D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A7BA24-1EFD-A4AA-0C74-0DAD1A32777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F60506-D448-B022-D498-16D587EB9BF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8A82EB-7036-0E44-93F8-23F8A3F5CB0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8DE6CA-7E2C-628D-4101-1C724DB9185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6E58692-6AA5-C9D5-496D-EB27B6E350D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3B7FFEB-01FF-AE96-C8F1-85C862BA75CC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走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8B8F0B-1EF7-9E8F-E9A6-407CB4BD9F4B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77BE7C-B8F6-EA9D-E407-57A497195D5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560913-22B2-06D6-FAC8-9A8C6697144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赵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vk4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964E1F-5EEF-E402-EEA3-0C6A94C1FD4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走</a:t>
            </a:r>
          </a:p>
        </p:txBody>
      </p:sp>
    </p:spTree>
    <p:extLst>
      <p:ext uri="{BB962C8B-B14F-4D97-AF65-F5344CB8AC3E}">
        <p14:creationId xmlns:p14="http://schemas.microsoft.com/office/powerpoint/2010/main" val="2119552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007B9-7024-201C-6553-42A486A4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5B5644E-2633-559C-C62D-F9E86ABE698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备注：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894A282-A818-5A1D-B93F-2796DAE4054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80275DB-400E-3462-C2CE-D6F20C1B6B08}"/>
              </a:ext>
            </a:extLst>
          </p:cNvPr>
          <p:cNvSpPr txBox="1"/>
          <p:nvPr/>
        </p:nvSpPr>
        <p:spPr>
          <a:xfrm>
            <a:off x="1195783" y="908720"/>
            <a:ext cx="682530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合体字主码（第四位）取部首，</a:t>
            </a:r>
            <a:r>
              <a:rPr lang="zh-CN" altLang="zh-CN" sz="2000" dirty="0"/>
              <a:t>部首的选取遵循以下规则：</a:t>
            </a:r>
            <a:endParaRPr lang="en-US" altLang="zh-CN" sz="2000" dirty="0"/>
          </a:p>
          <a:p>
            <a:r>
              <a:rPr lang="zh-CN" altLang="zh-CN" sz="2000" dirty="0"/>
              <a:t>（康熙部首</a:t>
            </a:r>
            <a:r>
              <a:rPr lang="en-US" altLang="zh-CN" sz="2000" dirty="0"/>
              <a:t>+</a:t>
            </a:r>
            <a:r>
              <a:rPr lang="zh-CN" altLang="zh-CN" sz="2000" dirty="0"/>
              <a:t>优化分配）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/>
              <a:t>基本原则</a:t>
            </a:r>
            <a:r>
              <a:rPr lang="zh-CN" altLang="en-US" sz="2000" b="1" dirty="0"/>
              <a:t>：</a:t>
            </a:r>
            <a:endParaRPr lang="zh-CN" altLang="zh-CN" sz="2000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zh-CN" sz="2000" b="1" dirty="0"/>
              <a:t>直觉优先</a:t>
            </a:r>
            <a:endParaRPr lang="en-US" altLang="zh-CN" sz="2000" b="1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zh-CN" sz="2000" b="1" dirty="0"/>
              <a:t>康熙部首验证</a:t>
            </a:r>
            <a:endParaRPr lang="en-US" altLang="zh-CN" sz="2000" b="1" dirty="0"/>
          </a:p>
          <a:p>
            <a:r>
              <a:rPr lang="en-US" altLang="zh-CN" sz="2000" b="1" dirty="0"/>
              <a:t>    </a:t>
            </a:r>
            <a:r>
              <a:rPr lang="zh-CN" altLang="zh-CN" sz="2000" b="1" dirty="0"/>
              <a:t>现代字形调整</a:t>
            </a:r>
            <a:endParaRPr lang="zh-CN" altLang="zh-CN" sz="2000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zh-CN" sz="2000" b="1" dirty="0"/>
              <a:t>部首表对应</a:t>
            </a:r>
            <a:endParaRPr lang="en-US" altLang="zh-CN" sz="2000" b="1" dirty="0"/>
          </a:p>
          <a:p>
            <a:pPr lvl="0"/>
            <a:r>
              <a:rPr lang="zh-CN" altLang="en-US" sz="2000" b="1" dirty="0"/>
              <a:t>以及：</a:t>
            </a:r>
            <a:endParaRPr lang="en-US" altLang="zh-CN" sz="2000" b="1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en-US" sz="2000" b="1" dirty="0"/>
              <a:t>特殊部首处理（变体，代替，简并，抛弃）</a:t>
            </a:r>
            <a:endParaRPr lang="en-US" altLang="zh-CN" sz="2000" b="1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en-US" sz="2000" b="1" dirty="0"/>
              <a:t>优化分配（直观，避重，左上，历史）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06793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2122</TotalTime>
  <Words>5826</Words>
  <Application>Microsoft Office PowerPoint</Application>
  <PresentationFormat>全屏显示(4:3)</PresentationFormat>
  <Paragraphs>2506</Paragraphs>
  <Slides>187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187</vt:i4>
      </vt:variant>
    </vt:vector>
  </HeadingPairs>
  <TitlesOfParts>
    <vt:vector size="196" baseType="lpstr">
      <vt:lpstr>得意黑</vt:lpstr>
      <vt:lpstr>华文仿宋</vt:lpstr>
      <vt:lpstr>楷体</vt:lpstr>
      <vt:lpstr>Arial</vt:lpstr>
      <vt:lpstr>Calibri</vt:lpstr>
      <vt:lpstr>Footlight MT Light</vt:lpstr>
      <vt:lpstr>Goudy Old Style</vt:lpstr>
      <vt:lpstr>Wingdings 2</vt:lpstr>
      <vt:lpstr>凤舞九天</vt:lpstr>
      <vt:lpstr>解书音形部首表展示</vt:lpstr>
      <vt:lpstr>A：丶一丨丿乙乛𠃌乚𡿨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C：车艹厂凵寸卄屮</vt:lpstr>
      <vt:lpstr>C：车艹厂凵寸卄屮</vt:lpstr>
      <vt:lpstr>C：车艹厂凵寸卄屮</vt:lpstr>
      <vt:lpstr>C：车艹厂凵寸卄屮</vt:lpstr>
      <vt:lpstr>C：车艹厂凵寸卄屮</vt:lpstr>
      <vt:lpstr>C：车艹厂凵寸卄屮</vt:lpstr>
      <vt:lpstr>C：车艹厂凵寸卄屮</vt:lpstr>
      <vt:lpstr>D：刀歹大亠冖丷斗豆</vt:lpstr>
      <vt:lpstr>D：刀歹大亠冖丷斗豆</vt:lpstr>
      <vt:lpstr>D：刀歹大亠冖丷斗豆</vt:lpstr>
      <vt:lpstr>D：刀歹大亠冖丷斗豆</vt:lpstr>
      <vt:lpstr>D：刀歹大亠冖丷斗豆</vt:lpstr>
      <vt:lpstr>D：刀歹大亠冖丷斗豆</vt:lpstr>
      <vt:lpstr>D：刀歹大亠冖丷斗豆</vt:lpstr>
      <vt:lpstr>D：刀歹大亠冖丷斗豆</vt:lpstr>
      <vt:lpstr>E：</vt:lpstr>
      <vt:lpstr>F：风方父缶臼辰非</vt:lpstr>
      <vt:lpstr>F：风方父缶臼辰非</vt:lpstr>
      <vt:lpstr>F：风方父缶臼辰非</vt:lpstr>
      <vt:lpstr>F：风方父缶臼辰非</vt:lpstr>
      <vt:lpstr>F：风方父缶臼辰非</vt:lpstr>
      <vt:lpstr>F：风方父缶臼辰非</vt:lpstr>
      <vt:lpstr>F：风方父缶臼辰非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H：火户禾⺌羊虍黑</vt:lpstr>
      <vt:lpstr>H：火户禾⺌羊虍黑</vt:lpstr>
      <vt:lpstr>H：火户禾⺌羊虍黑</vt:lpstr>
      <vt:lpstr>H：火户禾⺌羊虍黑</vt:lpstr>
      <vt:lpstr>H：火户禾⺌羊虍黑</vt:lpstr>
      <vt:lpstr>H：火户禾⺌羊虍黑</vt:lpstr>
      <vt:lpstr>H：火户禾⺌羊虍黑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K：口又舌用角</vt:lpstr>
      <vt:lpstr>K：口又舌用角</vt:lpstr>
      <vt:lpstr>K：口又舌用角</vt:lpstr>
      <vt:lpstr>K：口又舌用角</vt:lpstr>
      <vt:lpstr>K：口又舌用角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N：女牛鸟耒齿</vt:lpstr>
      <vt:lpstr>N：女牛鸟耒齿</vt:lpstr>
      <vt:lpstr>N：女牛鸟耒齿</vt:lpstr>
      <vt:lpstr>N：女牛鸟耒齿</vt:lpstr>
      <vt:lpstr>N：女牛鸟耒齿</vt:lpstr>
      <vt:lpstr>O：耳匚二儿㔾</vt:lpstr>
      <vt:lpstr>O：耳匚二儿㔾</vt:lpstr>
      <vt:lpstr>O：耳匚二儿㔾</vt:lpstr>
      <vt:lpstr>O：耳匚二儿㔾</vt:lpstr>
      <vt:lpstr>O：耳匚二儿㔾</vt:lpstr>
      <vt:lpstr>P：攴片殳丬皮髟㐅</vt:lpstr>
      <vt:lpstr>P：攴片殳丬皮髟㐅</vt:lpstr>
      <vt:lpstr>P：攴片殳丬皮髟㐅</vt:lpstr>
      <vt:lpstr>P：攴片殳丬皮髟㐅</vt:lpstr>
      <vt:lpstr>P：攴片殳丬皮髟㐅</vt:lpstr>
      <vt:lpstr>P：攴片殳丬皮髟㐅</vt:lpstr>
      <vt:lpstr>P：攴片殳丬皮髟㐅</vt:lpstr>
      <vt:lpstr>Q：气犬豸欠青</vt:lpstr>
      <vt:lpstr>Q：气犬豸欠青</vt:lpstr>
      <vt:lpstr>Q：气犬豸欠青</vt:lpstr>
      <vt:lpstr>Q：气犬豸欠青</vt:lpstr>
      <vt:lpstr>Q：气犬豸欠青</vt:lpstr>
      <vt:lpstr>R：人肉入日リ</vt:lpstr>
      <vt:lpstr>R：人肉入日リ</vt:lpstr>
      <vt:lpstr>R：人肉入日リ</vt:lpstr>
      <vt:lpstr>R：人肉入日リ</vt:lpstr>
      <vt:lpstr>R：人肉入日リ</vt:lpstr>
      <vt:lpstr>S：示丝石尸十厶巳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汉字拉丁化</dc:title>
  <dc:creator>sonydcddell</dc:creator>
  <cp:lastModifiedBy>雨尘 星野</cp:lastModifiedBy>
  <cp:revision>224</cp:revision>
  <dcterms:created xsi:type="dcterms:W3CDTF">2025-01-28T07:02:00Z</dcterms:created>
  <dcterms:modified xsi:type="dcterms:W3CDTF">2026-05-30T14:55:25Z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34D4D6DE09614B3B8ED83DF8E3F23124_12</vt:lpwstr>
  </property>
  <property fmtid="{D5CDD505-2E9C-101B-9397-08002B2CF9AE}" pid="3" name="KSOProductBuildVer">
    <vt:lpwstr>2052-12.1.0.20784</vt:lpwstr>
  </property>
</Properties>
</file>