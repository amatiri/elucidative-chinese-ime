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外“行”取彳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</a:t>
            </a:r>
            <a:r>
              <a:rPr lang="zh-CN" altLang="en-US" sz="2000" b="1"/>
              <a:t>简并，跳过）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2261</TotalTime>
  <Words>5822</Words>
  <Application>Microsoft Office PowerPoint</Application>
  <PresentationFormat>全屏显示(4:3)</PresentationFormat>
  <Paragraphs>2501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6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233</cp:revision>
  <dcterms:created xsi:type="dcterms:W3CDTF">2025-01-28T07:02:00Z</dcterms:created>
  <dcterms:modified xsi:type="dcterms:W3CDTF">2026-07-07T07:42:47Z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